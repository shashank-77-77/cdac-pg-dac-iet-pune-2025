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6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88" d="100"/>
          <a:sy n="88" d="100"/>
        </p:scale>
        <p:origin x="49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B1F5E-5B5E-485E-8685-AF2B445AA470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BC74E6-AD84-42EA-8259-2A9002B592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376464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B1F5E-5B5E-485E-8685-AF2B445AA470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BC74E6-AD84-42EA-8259-2A9002B592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34276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B1F5E-5B5E-485E-8685-AF2B445AA470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BC74E6-AD84-42EA-8259-2A9002B592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54514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B1F5E-5B5E-485E-8685-AF2B445AA470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BC74E6-AD84-42EA-8259-2A9002B592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88936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B1F5E-5B5E-485E-8685-AF2B445AA470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BC74E6-AD84-42EA-8259-2A9002B592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87260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B1F5E-5B5E-485E-8685-AF2B445AA470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BC74E6-AD84-42EA-8259-2A9002B592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24462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B1F5E-5B5E-485E-8685-AF2B445AA470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BC74E6-AD84-42EA-8259-2A9002B592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18846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B1F5E-5B5E-485E-8685-AF2B445AA470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BC74E6-AD84-42EA-8259-2A9002B592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23621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B1F5E-5B5E-485E-8685-AF2B445AA470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BC74E6-AD84-42EA-8259-2A9002B592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25112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B1F5E-5B5E-485E-8685-AF2B445AA470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BC74E6-AD84-42EA-8259-2A9002B592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333506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B1F5E-5B5E-485E-8685-AF2B445AA470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BC74E6-AD84-42EA-8259-2A9002B592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67774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DB1F5E-5B5E-485E-8685-AF2B445AA470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BC74E6-AD84-42EA-8259-2A9002B592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50966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4326" y="2834005"/>
            <a:ext cx="10515600" cy="1325563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pPr algn="ctr"/>
            <a:r>
              <a:rPr lang="en-IN" dirty="0" smtClean="0"/>
              <a:t>SMART ENGLISH IN DAILY LIFE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870375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838200" y="2429056"/>
            <a:ext cx="10515600" cy="1325563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r>
              <a:rPr lang="en-IN" dirty="0" smtClean="0"/>
              <a:t>1.</a:t>
            </a:r>
            <a:r>
              <a:rPr lang="en-US" dirty="0" smtClean="0"/>
              <a:t> It </a:t>
            </a:r>
            <a:r>
              <a:rPr lang="en-US" dirty="0"/>
              <a:t>is on the agenda/Plan of work</a:t>
            </a:r>
            <a:endParaRPr lang="en-IN" dirty="0"/>
          </a:p>
        </p:txBody>
      </p:sp>
      <p:sp>
        <p:nvSpPr>
          <p:cNvPr id="5" name="Title 3"/>
          <p:cNvSpPr txBox="1">
            <a:spLocks/>
          </p:cNvSpPr>
          <p:nvPr/>
        </p:nvSpPr>
        <p:spPr>
          <a:xfrm>
            <a:off x="838200" y="3754619"/>
            <a:ext cx="10515600" cy="132556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dirty="0" smtClean="0"/>
              <a:t>1. </a:t>
            </a:r>
            <a:r>
              <a:rPr lang="en-US" dirty="0"/>
              <a:t>It is on the Cards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641736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838200" y="2429056"/>
            <a:ext cx="10515600" cy="1325563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r>
              <a:rPr lang="en-IN" dirty="0"/>
              <a:t>2</a:t>
            </a:r>
            <a:r>
              <a:rPr lang="en-IN" dirty="0" smtClean="0"/>
              <a:t>.</a:t>
            </a:r>
            <a:r>
              <a:rPr lang="en-US" dirty="0" smtClean="0"/>
              <a:t> </a:t>
            </a:r>
            <a:r>
              <a:rPr lang="en-US" dirty="0"/>
              <a:t>Now for you the time has come to be alert</a:t>
            </a:r>
            <a:endParaRPr lang="en-IN" dirty="0"/>
          </a:p>
        </p:txBody>
      </p:sp>
      <p:sp>
        <p:nvSpPr>
          <p:cNvPr id="5" name="Title 3"/>
          <p:cNvSpPr txBox="1">
            <a:spLocks/>
          </p:cNvSpPr>
          <p:nvPr/>
        </p:nvSpPr>
        <p:spPr>
          <a:xfrm>
            <a:off x="838200" y="3754619"/>
            <a:ext cx="10515600" cy="132556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dirty="0"/>
              <a:t>2</a:t>
            </a:r>
            <a:r>
              <a:rPr lang="en-IN" dirty="0" smtClean="0"/>
              <a:t>. </a:t>
            </a:r>
            <a:r>
              <a:rPr lang="en-US" dirty="0"/>
              <a:t>It is a wake up call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425814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838200" y="2429056"/>
            <a:ext cx="10515600" cy="1325563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r>
              <a:rPr lang="en-IN" dirty="0" smtClean="0"/>
              <a:t>3.</a:t>
            </a:r>
            <a:r>
              <a:rPr lang="en-US" dirty="0" smtClean="0"/>
              <a:t> </a:t>
            </a:r>
            <a:r>
              <a:rPr lang="en-US" dirty="0"/>
              <a:t>You look fat / Your weight has increased</a:t>
            </a:r>
            <a:endParaRPr lang="en-IN" dirty="0"/>
          </a:p>
        </p:txBody>
      </p:sp>
      <p:sp>
        <p:nvSpPr>
          <p:cNvPr id="5" name="Title 3"/>
          <p:cNvSpPr txBox="1">
            <a:spLocks/>
          </p:cNvSpPr>
          <p:nvPr/>
        </p:nvSpPr>
        <p:spPr>
          <a:xfrm>
            <a:off x="838200" y="3754619"/>
            <a:ext cx="10515600" cy="132556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dirty="0" smtClean="0"/>
              <a:t>3. </a:t>
            </a:r>
            <a:r>
              <a:rPr lang="en-US" dirty="0"/>
              <a:t>You have put 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857777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838200" y="2429056"/>
            <a:ext cx="10515600" cy="1325563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r>
              <a:rPr lang="en-IN" dirty="0" smtClean="0"/>
              <a:t>4.</a:t>
            </a:r>
            <a:r>
              <a:rPr lang="en-US" dirty="0" smtClean="0"/>
              <a:t> </a:t>
            </a:r>
            <a:r>
              <a:rPr lang="en-US" dirty="0"/>
              <a:t>I am feeling the problem</a:t>
            </a:r>
            <a:endParaRPr lang="en-IN" dirty="0"/>
          </a:p>
        </p:txBody>
      </p:sp>
      <p:sp>
        <p:nvSpPr>
          <p:cNvPr id="5" name="Title 3"/>
          <p:cNvSpPr txBox="1">
            <a:spLocks/>
          </p:cNvSpPr>
          <p:nvPr/>
        </p:nvSpPr>
        <p:spPr>
          <a:xfrm>
            <a:off x="838200" y="3754619"/>
            <a:ext cx="10515600" cy="132556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dirty="0" smtClean="0"/>
              <a:t>4. </a:t>
            </a:r>
            <a:r>
              <a:rPr lang="en-US" dirty="0"/>
              <a:t>I am feeling the heat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279862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838200" y="2429056"/>
            <a:ext cx="10515600" cy="1325563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r>
              <a:rPr lang="en-IN" dirty="0" smtClean="0"/>
              <a:t>5.</a:t>
            </a:r>
            <a:r>
              <a:rPr lang="en-US" dirty="0" smtClean="0"/>
              <a:t> </a:t>
            </a:r>
            <a:r>
              <a:rPr lang="en-US" dirty="0"/>
              <a:t>I will take it completely</a:t>
            </a:r>
            <a:endParaRPr lang="en-IN" dirty="0"/>
          </a:p>
        </p:txBody>
      </p:sp>
      <p:sp>
        <p:nvSpPr>
          <p:cNvPr id="5" name="Title 3"/>
          <p:cNvSpPr txBox="1">
            <a:spLocks/>
          </p:cNvSpPr>
          <p:nvPr/>
        </p:nvSpPr>
        <p:spPr>
          <a:xfrm>
            <a:off x="838200" y="3754619"/>
            <a:ext cx="10515600" cy="132556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dirty="0" smtClean="0"/>
              <a:t>5. </a:t>
            </a:r>
            <a:r>
              <a:rPr lang="en-US" dirty="0"/>
              <a:t>I will go the whole hog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962932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838200" y="2429056"/>
            <a:ext cx="10515600" cy="1325563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r>
              <a:rPr lang="en-IN" dirty="0"/>
              <a:t>6</a:t>
            </a:r>
            <a:r>
              <a:rPr lang="en-IN" dirty="0" smtClean="0"/>
              <a:t>.</a:t>
            </a:r>
            <a:r>
              <a:rPr lang="en-US" dirty="0" smtClean="0"/>
              <a:t> </a:t>
            </a:r>
            <a:r>
              <a:rPr lang="en-US" dirty="0"/>
              <a:t>Sometimes, influence of some person is used</a:t>
            </a:r>
            <a:endParaRPr lang="en-IN" dirty="0"/>
          </a:p>
        </p:txBody>
      </p:sp>
      <p:sp>
        <p:nvSpPr>
          <p:cNvPr id="5" name="Title 3"/>
          <p:cNvSpPr txBox="1">
            <a:spLocks/>
          </p:cNvSpPr>
          <p:nvPr/>
        </p:nvSpPr>
        <p:spPr>
          <a:xfrm>
            <a:off x="838200" y="3754619"/>
            <a:ext cx="10515600" cy="132556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dirty="0"/>
              <a:t>6</a:t>
            </a:r>
            <a:r>
              <a:rPr lang="en-IN" dirty="0" smtClean="0"/>
              <a:t>. </a:t>
            </a:r>
            <a:r>
              <a:rPr lang="en-US" dirty="0"/>
              <a:t>Sometimes, backdoor influence is used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88458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838200" y="2429056"/>
            <a:ext cx="10515600" cy="1325563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r>
              <a:rPr lang="en-IN" dirty="0"/>
              <a:t>7</a:t>
            </a:r>
            <a:r>
              <a:rPr lang="en-IN" dirty="0" smtClean="0"/>
              <a:t>.</a:t>
            </a:r>
            <a:r>
              <a:rPr lang="en-US" dirty="0" smtClean="0"/>
              <a:t> </a:t>
            </a:r>
            <a:r>
              <a:rPr lang="en-US" dirty="0"/>
              <a:t>Don’t use rough language</a:t>
            </a:r>
            <a:endParaRPr lang="en-IN" dirty="0"/>
          </a:p>
        </p:txBody>
      </p:sp>
      <p:sp>
        <p:nvSpPr>
          <p:cNvPr id="5" name="Title 3"/>
          <p:cNvSpPr txBox="1">
            <a:spLocks/>
          </p:cNvSpPr>
          <p:nvPr/>
        </p:nvSpPr>
        <p:spPr>
          <a:xfrm>
            <a:off x="838200" y="3754619"/>
            <a:ext cx="10515600" cy="132556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dirty="0"/>
              <a:t>7</a:t>
            </a:r>
            <a:r>
              <a:rPr lang="en-IN" dirty="0" smtClean="0"/>
              <a:t>. </a:t>
            </a:r>
            <a:r>
              <a:rPr lang="en-US" dirty="0"/>
              <a:t>Stop using un-parliamentary language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447504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838200" y="2429056"/>
            <a:ext cx="10515600" cy="1325563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r>
              <a:rPr lang="en-IN" dirty="0"/>
              <a:t>8</a:t>
            </a:r>
            <a:r>
              <a:rPr lang="en-IN" dirty="0" smtClean="0"/>
              <a:t>.</a:t>
            </a:r>
            <a:r>
              <a:rPr lang="en-US" dirty="0" smtClean="0"/>
              <a:t> </a:t>
            </a:r>
            <a:r>
              <a:rPr lang="en-US" dirty="0"/>
              <a:t>He is finished</a:t>
            </a:r>
            <a:endParaRPr lang="en-IN" dirty="0"/>
          </a:p>
        </p:txBody>
      </p:sp>
      <p:sp>
        <p:nvSpPr>
          <p:cNvPr id="5" name="Title 3"/>
          <p:cNvSpPr txBox="1">
            <a:spLocks/>
          </p:cNvSpPr>
          <p:nvPr/>
        </p:nvSpPr>
        <p:spPr>
          <a:xfrm>
            <a:off x="838200" y="3754619"/>
            <a:ext cx="10515600" cy="132556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dirty="0"/>
              <a:t>8</a:t>
            </a:r>
            <a:r>
              <a:rPr lang="en-IN" dirty="0" smtClean="0"/>
              <a:t>. </a:t>
            </a:r>
            <a:r>
              <a:rPr lang="en-US" dirty="0"/>
              <a:t>He is down and out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118552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838200" y="2429056"/>
            <a:ext cx="10515600" cy="1325563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r>
              <a:rPr lang="en-IN" dirty="0"/>
              <a:t>9</a:t>
            </a:r>
            <a:r>
              <a:rPr lang="en-IN" dirty="0" smtClean="0"/>
              <a:t>.</a:t>
            </a:r>
            <a:r>
              <a:rPr lang="en-US" dirty="0" smtClean="0"/>
              <a:t> </a:t>
            </a:r>
            <a:r>
              <a:rPr lang="en-US" dirty="0"/>
              <a:t>These actions were not required</a:t>
            </a:r>
            <a:endParaRPr lang="en-IN" dirty="0"/>
          </a:p>
        </p:txBody>
      </p:sp>
      <p:sp>
        <p:nvSpPr>
          <p:cNvPr id="5" name="Title 3"/>
          <p:cNvSpPr txBox="1">
            <a:spLocks/>
          </p:cNvSpPr>
          <p:nvPr/>
        </p:nvSpPr>
        <p:spPr>
          <a:xfrm>
            <a:off x="838200" y="3754619"/>
            <a:ext cx="10515600" cy="132556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dirty="0"/>
              <a:t>9</a:t>
            </a:r>
            <a:r>
              <a:rPr lang="en-IN" dirty="0" smtClean="0"/>
              <a:t>. </a:t>
            </a:r>
            <a:r>
              <a:rPr lang="en-US" dirty="0"/>
              <a:t>These actions were uncalled for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668207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838200" y="2429056"/>
            <a:ext cx="10515600" cy="1325563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r>
              <a:rPr lang="en-IN" dirty="0" smtClean="0"/>
              <a:t>10.</a:t>
            </a:r>
            <a:r>
              <a:rPr lang="en-US" dirty="0" smtClean="0"/>
              <a:t> </a:t>
            </a:r>
            <a:r>
              <a:rPr lang="en-US" dirty="0"/>
              <a:t>It is difficult to deal with that guy</a:t>
            </a:r>
            <a:endParaRPr lang="en-IN" dirty="0"/>
          </a:p>
        </p:txBody>
      </p:sp>
      <p:sp>
        <p:nvSpPr>
          <p:cNvPr id="5" name="Title 3"/>
          <p:cNvSpPr txBox="1">
            <a:spLocks/>
          </p:cNvSpPr>
          <p:nvPr/>
        </p:nvSpPr>
        <p:spPr>
          <a:xfrm>
            <a:off x="838200" y="3754619"/>
            <a:ext cx="10515600" cy="132556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dirty="0" smtClean="0"/>
              <a:t>10. </a:t>
            </a:r>
            <a:r>
              <a:rPr lang="en-US" dirty="0"/>
              <a:t>That guy is a hard nut to crack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347413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838200" y="2429056"/>
            <a:ext cx="10515600" cy="1325563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r>
              <a:rPr lang="en-IN" dirty="0" smtClean="0"/>
              <a:t>11.</a:t>
            </a:r>
            <a:r>
              <a:rPr lang="en-US" dirty="0" smtClean="0"/>
              <a:t> </a:t>
            </a:r>
            <a:r>
              <a:rPr lang="en-US" dirty="0"/>
              <a:t>I rarely meet him</a:t>
            </a:r>
            <a:endParaRPr lang="en-IN" dirty="0"/>
          </a:p>
        </p:txBody>
      </p:sp>
      <p:sp>
        <p:nvSpPr>
          <p:cNvPr id="5" name="Title 3"/>
          <p:cNvSpPr txBox="1">
            <a:spLocks/>
          </p:cNvSpPr>
          <p:nvPr/>
        </p:nvSpPr>
        <p:spPr>
          <a:xfrm>
            <a:off x="838200" y="3754619"/>
            <a:ext cx="10515600" cy="132556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dirty="0" smtClean="0"/>
              <a:t>11. </a:t>
            </a:r>
            <a:r>
              <a:rPr lang="en-US" dirty="0"/>
              <a:t>I meet him, once in a blue moon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41610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838200" y="2429056"/>
            <a:ext cx="10515600" cy="1325563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r>
              <a:rPr lang="en-IN" dirty="0" smtClean="0"/>
              <a:t>12.</a:t>
            </a:r>
            <a:r>
              <a:rPr lang="en-US" dirty="0" smtClean="0"/>
              <a:t> </a:t>
            </a:r>
            <a:r>
              <a:rPr lang="en-US" dirty="0"/>
              <a:t>I am confused</a:t>
            </a:r>
            <a:endParaRPr lang="en-IN" dirty="0"/>
          </a:p>
        </p:txBody>
      </p:sp>
      <p:sp>
        <p:nvSpPr>
          <p:cNvPr id="5" name="Title 3"/>
          <p:cNvSpPr txBox="1">
            <a:spLocks/>
          </p:cNvSpPr>
          <p:nvPr/>
        </p:nvSpPr>
        <p:spPr>
          <a:xfrm>
            <a:off x="838200" y="3754619"/>
            <a:ext cx="10515600" cy="132556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dirty="0" smtClean="0"/>
              <a:t>12. </a:t>
            </a:r>
            <a:r>
              <a:rPr lang="en-US" dirty="0"/>
              <a:t>I am in sixes and sevens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350996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838200" y="2429056"/>
            <a:ext cx="10515600" cy="1325563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r>
              <a:rPr lang="en-IN" dirty="0" smtClean="0"/>
              <a:t>13.</a:t>
            </a:r>
            <a:r>
              <a:rPr lang="en-US" dirty="0" smtClean="0"/>
              <a:t> </a:t>
            </a:r>
            <a:r>
              <a:rPr lang="en-US" dirty="0"/>
              <a:t>Shahrukh is happy</a:t>
            </a:r>
            <a:endParaRPr lang="en-IN" dirty="0"/>
          </a:p>
        </p:txBody>
      </p:sp>
      <p:sp>
        <p:nvSpPr>
          <p:cNvPr id="5" name="Title 3"/>
          <p:cNvSpPr txBox="1">
            <a:spLocks/>
          </p:cNvSpPr>
          <p:nvPr/>
        </p:nvSpPr>
        <p:spPr>
          <a:xfrm>
            <a:off x="838200" y="3754619"/>
            <a:ext cx="10515600" cy="132556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dirty="0" smtClean="0"/>
              <a:t>13. </a:t>
            </a:r>
            <a:r>
              <a:rPr lang="en-US" dirty="0"/>
              <a:t>Shahrukh is on songs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297638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838200" y="2429056"/>
            <a:ext cx="10515600" cy="1325563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r>
              <a:rPr lang="en-IN" dirty="0" smtClean="0"/>
              <a:t>14.</a:t>
            </a:r>
            <a:r>
              <a:rPr lang="en-US" dirty="0" smtClean="0"/>
              <a:t> </a:t>
            </a:r>
            <a:r>
              <a:rPr lang="en-US" dirty="0"/>
              <a:t>you speak too much</a:t>
            </a:r>
            <a:endParaRPr lang="en-IN" dirty="0"/>
          </a:p>
        </p:txBody>
      </p:sp>
      <p:sp>
        <p:nvSpPr>
          <p:cNvPr id="5" name="Title 3"/>
          <p:cNvSpPr txBox="1">
            <a:spLocks/>
          </p:cNvSpPr>
          <p:nvPr/>
        </p:nvSpPr>
        <p:spPr>
          <a:xfrm>
            <a:off x="838200" y="3754619"/>
            <a:ext cx="10515600" cy="132556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dirty="0" smtClean="0"/>
              <a:t>14. </a:t>
            </a:r>
            <a:r>
              <a:rPr lang="en-US" dirty="0"/>
              <a:t>You have got a big mouth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987917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838200" y="2429056"/>
            <a:ext cx="10515600" cy="1325563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pPr lvl="0"/>
            <a:r>
              <a:rPr lang="en-IN" dirty="0" smtClean="0"/>
              <a:t>15.</a:t>
            </a:r>
            <a:r>
              <a:rPr lang="en-US" dirty="0" smtClean="0"/>
              <a:t> </a:t>
            </a:r>
            <a:r>
              <a:rPr lang="en-US" dirty="0"/>
              <a:t>You will get great benefits by this                                                             </a:t>
            </a:r>
            <a:r>
              <a:rPr lang="en-IN" dirty="0"/>
              <a:t/>
            </a:r>
            <a:br>
              <a:rPr lang="en-IN" dirty="0"/>
            </a:br>
            <a:r>
              <a:rPr lang="en-US" dirty="0"/>
              <a:t>    Work</a:t>
            </a:r>
            <a:endParaRPr lang="en-IN" dirty="0"/>
          </a:p>
        </p:txBody>
      </p:sp>
      <p:sp>
        <p:nvSpPr>
          <p:cNvPr id="5" name="Title 3"/>
          <p:cNvSpPr txBox="1">
            <a:spLocks/>
          </p:cNvSpPr>
          <p:nvPr/>
        </p:nvSpPr>
        <p:spPr>
          <a:xfrm>
            <a:off x="838200" y="3754619"/>
            <a:ext cx="10515600" cy="132556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dirty="0" smtClean="0"/>
              <a:t>15. </a:t>
            </a:r>
            <a:r>
              <a:rPr lang="en-US" dirty="0"/>
              <a:t>This will pay rich dividends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392993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838200" y="2429056"/>
            <a:ext cx="10515600" cy="1325563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lvl="0"/>
            <a:r>
              <a:rPr lang="en-IN" dirty="0" smtClean="0"/>
              <a:t>16.</a:t>
            </a:r>
            <a:r>
              <a:rPr lang="en-US" dirty="0" smtClean="0"/>
              <a:t> </a:t>
            </a:r>
            <a:r>
              <a:rPr lang="en-US" dirty="0"/>
              <a:t>You can make out the difference  </a:t>
            </a:r>
            <a:r>
              <a:rPr lang="en-IN" dirty="0"/>
              <a:t/>
            </a:r>
            <a:br>
              <a:rPr lang="en-IN" dirty="0"/>
            </a:br>
            <a:r>
              <a:rPr lang="en-US" dirty="0"/>
              <a:t>       </a:t>
            </a:r>
            <a:r>
              <a:rPr lang="en-US" dirty="0" smtClean="0"/>
              <a:t>between </a:t>
            </a:r>
            <a:r>
              <a:rPr lang="en-US" dirty="0"/>
              <a:t>ordinary and extra ordinary</a:t>
            </a:r>
            <a:endParaRPr lang="en-IN" dirty="0"/>
          </a:p>
        </p:txBody>
      </p:sp>
      <p:sp>
        <p:nvSpPr>
          <p:cNvPr id="5" name="Title 3"/>
          <p:cNvSpPr txBox="1">
            <a:spLocks/>
          </p:cNvSpPr>
          <p:nvPr/>
        </p:nvSpPr>
        <p:spPr>
          <a:xfrm>
            <a:off x="838200" y="3754619"/>
            <a:ext cx="10515600" cy="132556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dirty="0" smtClean="0"/>
              <a:t>16. </a:t>
            </a:r>
            <a:r>
              <a:rPr lang="en-US" dirty="0"/>
              <a:t>You can make out the difference </a:t>
            </a:r>
            <a:endParaRPr lang="en-IN" dirty="0"/>
          </a:p>
          <a:p>
            <a:r>
              <a:rPr lang="en-US" dirty="0"/>
              <a:t>       </a:t>
            </a:r>
            <a:r>
              <a:rPr lang="en-US" dirty="0" smtClean="0"/>
              <a:t>Between </a:t>
            </a:r>
            <a:r>
              <a:rPr lang="en-US" dirty="0"/>
              <a:t>chalk and cheese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09808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838200" y="2429056"/>
            <a:ext cx="10515600" cy="1325563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pPr lvl="0"/>
            <a:r>
              <a:rPr lang="en-IN" dirty="0" smtClean="0"/>
              <a:t>17.</a:t>
            </a:r>
            <a:r>
              <a:rPr lang="en-US" dirty="0" smtClean="0"/>
              <a:t> </a:t>
            </a:r>
            <a:r>
              <a:rPr lang="en-US" dirty="0"/>
              <a:t>This is just little. There is much </a:t>
            </a:r>
            <a:r>
              <a:rPr lang="en-US" dirty="0" smtClean="0"/>
              <a:t>more</a:t>
            </a:r>
            <a:endParaRPr lang="en-IN" dirty="0"/>
          </a:p>
        </p:txBody>
      </p:sp>
      <p:sp>
        <p:nvSpPr>
          <p:cNvPr id="5" name="Title 3"/>
          <p:cNvSpPr txBox="1">
            <a:spLocks/>
          </p:cNvSpPr>
          <p:nvPr/>
        </p:nvSpPr>
        <p:spPr>
          <a:xfrm>
            <a:off x="838200" y="3754619"/>
            <a:ext cx="10515600" cy="132556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dirty="0" smtClean="0"/>
              <a:t>17. </a:t>
            </a:r>
            <a:r>
              <a:rPr lang="en-US" dirty="0"/>
              <a:t>This is only tip of the iceberg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477412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838200" y="2429056"/>
            <a:ext cx="10515600" cy="1325563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r>
              <a:rPr lang="en-IN" dirty="0" smtClean="0"/>
              <a:t>18.</a:t>
            </a:r>
            <a:r>
              <a:rPr lang="en-US" dirty="0" smtClean="0"/>
              <a:t> </a:t>
            </a:r>
            <a:r>
              <a:rPr lang="en-US" dirty="0"/>
              <a:t>He is about to be finished</a:t>
            </a:r>
            <a:endParaRPr lang="en-IN" dirty="0"/>
          </a:p>
        </p:txBody>
      </p:sp>
      <p:sp>
        <p:nvSpPr>
          <p:cNvPr id="5" name="Title 3"/>
          <p:cNvSpPr txBox="1">
            <a:spLocks/>
          </p:cNvSpPr>
          <p:nvPr/>
        </p:nvSpPr>
        <p:spPr>
          <a:xfrm>
            <a:off x="838200" y="3754619"/>
            <a:ext cx="10515600" cy="132556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dirty="0" smtClean="0"/>
              <a:t>18. </a:t>
            </a:r>
            <a:r>
              <a:rPr lang="en-US" dirty="0"/>
              <a:t>He is on the edge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232661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838200" y="2429056"/>
            <a:ext cx="10515600" cy="1325563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r>
              <a:rPr lang="en-IN" dirty="0" smtClean="0"/>
              <a:t>19.</a:t>
            </a:r>
            <a:r>
              <a:rPr lang="en-US" dirty="0" smtClean="0"/>
              <a:t> </a:t>
            </a:r>
            <a:r>
              <a:rPr lang="en-US" dirty="0"/>
              <a:t>He is about to be finished</a:t>
            </a:r>
            <a:endParaRPr lang="en-IN" dirty="0"/>
          </a:p>
        </p:txBody>
      </p:sp>
      <p:sp>
        <p:nvSpPr>
          <p:cNvPr id="5" name="Title 3"/>
          <p:cNvSpPr txBox="1">
            <a:spLocks/>
          </p:cNvSpPr>
          <p:nvPr/>
        </p:nvSpPr>
        <p:spPr>
          <a:xfrm>
            <a:off x="838200" y="3754619"/>
            <a:ext cx="10515600" cy="132556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dirty="0" smtClean="0"/>
              <a:t>19. </a:t>
            </a:r>
            <a:r>
              <a:rPr lang="en-US" dirty="0"/>
              <a:t>He is on the edge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126006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838200" y="2429056"/>
            <a:ext cx="10515600" cy="1325563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pPr lvl="0"/>
            <a:r>
              <a:rPr lang="en-IN" dirty="0" smtClean="0"/>
              <a:t>20.</a:t>
            </a:r>
            <a:r>
              <a:rPr lang="en-US" dirty="0" smtClean="0"/>
              <a:t> </a:t>
            </a:r>
            <a:r>
              <a:rPr lang="en-US" dirty="0"/>
              <a:t>In this case, I think something </a:t>
            </a:r>
            <a:r>
              <a:rPr lang="en-US" dirty="0" smtClean="0"/>
              <a:t>is wrong</a:t>
            </a:r>
            <a:endParaRPr lang="en-IN" dirty="0"/>
          </a:p>
        </p:txBody>
      </p:sp>
      <p:sp>
        <p:nvSpPr>
          <p:cNvPr id="5" name="Title 3"/>
          <p:cNvSpPr txBox="1">
            <a:spLocks/>
          </p:cNvSpPr>
          <p:nvPr/>
        </p:nvSpPr>
        <p:spPr>
          <a:xfrm>
            <a:off x="838200" y="3754619"/>
            <a:ext cx="10515600" cy="132556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dirty="0" smtClean="0"/>
              <a:t>20. </a:t>
            </a:r>
            <a:r>
              <a:rPr lang="en-US" dirty="0"/>
              <a:t>In this case, I can smell a rat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491966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838200" y="2429056"/>
            <a:ext cx="10515600" cy="1325563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r>
              <a:rPr lang="en-IN" dirty="0" smtClean="0"/>
              <a:t>21.</a:t>
            </a:r>
            <a:r>
              <a:rPr lang="en-US" dirty="0" smtClean="0"/>
              <a:t> </a:t>
            </a:r>
            <a:r>
              <a:rPr lang="en-US" dirty="0"/>
              <a:t>Continue the same work</a:t>
            </a:r>
            <a:endParaRPr lang="en-IN" dirty="0"/>
          </a:p>
        </p:txBody>
      </p:sp>
      <p:sp>
        <p:nvSpPr>
          <p:cNvPr id="5" name="Title 3"/>
          <p:cNvSpPr txBox="1">
            <a:spLocks/>
          </p:cNvSpPr>
          <p:nvPr/>
        </p:nvSpPr>
        <p:spPr>
          <a:xfrm>
            <a:off x="838200" y="3754619"/>
            <a:ext cx="10515600" cy="132556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dirty="0"/>
              <a:t>2</a:t>
            </a:r>
            <a:r>
              <a:rPr lang="en-IN" dirty="0" smtClean="0"/>
              <a:t>. </a:t>
            </a:r>
            <a:r>
              <a:rPr lang="en-US" dirty="0"/>
              <a:t>Stick to your guns / stick </a:t>
            </a:r>
            <a:r>
              <a:rPr lang="en-US" dirty="0" smtClean="0"/>
              <a:t>to basics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016080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838200" y="2429056"/>
            <a:ext cx="10515600" cy="1325563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pPr lvl="0"/>
            <a:r>
              <a:rPr lang="en-IN" dirty="0" smtClean="0"/>
              <a:t>22.</a:t>
            </a:r>
            <a:r>
              <a:rPr lang="en-US" dirty="0" smtClean="0"/>
              <a:t> </a:t>
            </a:r>
            <a:r>
              <a:rPr lang="en-US" dirty="0"/>
              <a:t>That work is </a:t>
            </a:r>
            <a:r>
              <a:rPr lang="en-US" dirty="0" smtClean="0"/>
              <a:t>yet to be completed</a:t>
            </a:r>
            <a:endParaRPr lang="en-IN" dirty="0"/>
          </a:p>
        </p:txBody>
      </p:sp>
      <p:sp>
        <p:nvSpPr>
          <p:cNvPr id="5" name="Title 3"/>
          <p:cNvSpPr txBox="1">
            <a:spLocks/>
          </p:cNvSpPr>
          <p:nvPr/>
        </p:nvSpPr>
        <p:spPr>
          <a:xfrm>
            <a:off x="838200" y="3754619"/>
            <a:ext cx="10515600" cy="132556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dirty="0" smtClean="0"/>
              <a:t>22. </a:t>
            </a:r>
            <a:r>
              <a:rPr lang="en-US" dirty="0"/>
              <a:t>That is still in the pipeline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243185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838200" y="2429056"/>
            <a:ext cx="10515600" cy="1325563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r>
              <a:rPr lang="en-IN" dirty="0" smtClean="0"/>
              <a:t>23.</a:t>
            </a:r>
            <a:r>
              <a:rPr lang="en-US" dirty="0" smtClean="0"/>
              <a:t> </a:t>
            </a:r>
            <a:r>
              <a:rPr lang="en-US" dirty="0"/>
              <a:t>I do not have enough funds</a:t>
            </a:r>
            <a:endParaRPr lang="en-IN" dirty="0"/>
          </a:p>
        </p:txBody>
      </p:sp>
      <p:sp>
        <p:nvSpPr>
          <p:cNvPr id="5" name="Title 3"/>
          <p:cNvSpPr txBox="1">
            <a:spLocks/>
          </p:cNvSpPr>
          <p:nvPr/>
        </p:nvSpPr>
        <p:spPr>
          <a:xfrm>
            <a:off x="838200" y="3754619"/>
            <a:ext cx="10515600" cy="132556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dirty="0" smtClean="0"/>
              <a:t>23. </a:t>
            </a:r>
            <a:r>
              <a:rPr lang="en-US" dirty="0"/>
              <a:t>I am handicapped with finance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324267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838200" y="2429056"/>
            <a:ext cx="10515600" cy="1325563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pPr lvl="0"/>
            <a:r>
              <a:rPr lang="en-IN" dirty="0" smtClean="0"/>
              <a:t>24.</a:t>
            </a:r>
            <a:r>
              <a:rPr lang="en-US" dirty="0" smtClean="0"/>
              <a:t> </a:t>
            </a:r>
            <a:r>
              <a:rPr lang="en-US" dirty="0"/>
              <a:t>The manager will have to handle </a:t>
            </a:r>
            <a:r>
              <a:rPr lang="en-IN" dirty="0"/>
              <a:t/>
            </a:r>
            <a:br>
              <a:rPr lang="en-IN" dirty="0"/>
            </a:br>
            <a:r>
              <a:rPr lang="en-US" dirty="0"/>
              <a:t>      </a:t>
            </a:r>
            <a:r>
              <a:rPr lang="en-US" dirty="0" smtClean="0"/>
              <a:t> </a:t>
            </a:r>
            <a:r>
              <a:rPr lang="en-US" dirty="0"/>
              <a:t>the trouble</a:t>
            </a:r>
            <a:endParaRPr lang="en-IN" dirty="0"/>
          </a:p>
        </p:txBody>
      </p:sp>
      <p:sp>
        <p:nvSpPr>
          <p:cNvPr id="5" name="Title 3"/>
          <p:cNvSpPr txBox="1">
            <a:spLocks/>
          </p:cNvSpPr>
          <p:nvPr/>
        </p:nvSpPr>
        <p:spPr>
          <a:xfrm>
            <a:off x="838200" y="3754619"/>
            <a:ext cx="10515600" cy="132556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dirty="0" smtClean="0"/>
              <a:t>24. </a:t>
            </a:r>
            <a:r>
              <a:rPr lang="en-US" dirty="0"/>
              <a:t>The manager will have to face </a:t>
            </a:r>
            <a:endParaRPr lang="en-IN" dirty="0"/>
          </a:p>
          <a:p>
            <a:r>
              <a:rPr lang="en-US" dirty="0"/>
              <a:t>       </a:t>
            </a:r>
            <a:r>
              <a:rPr lang="en-US" dirty="0" smtClean="0"/>
              <a:t>the </a:t>
            </a:r>
            <a:r>
              <a:rPr lang="en-US" dirty="0"/>
              <a:t>music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194941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838200" y="2429056"/>
            <a:ext cx="10515600" cy="1325563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lvl="0"/>
            <a:r>
              <a:rPr lang="en-IN" dirty="0" smtClean="0"/>
              <a:t>25.</a:t>
            </a:r>
            <a:r>
              <a:rPr lang="en-US" dirty="0" smtClean="0"/>
              <a:t> </a:t>
            </a:r>
            <a:r>
              <a:rPr lang="en-US" dirty="0"/>
              <a:t>This promotion made </a:t>
            </a:r>
            <a:r>
              <a:rPr lang="en-US" dirty="0" smtClean="0"/>
              <a:t>him</a:t>
            </a:r>
            <a:r>
              <a:rPr lang="en-IN" dirty="0"/>
              <a:t> </a:t>
            </a:r>
            <a:r>
              <a:rPr lang="en-US" dirty="0" smtClean="0"/>
              <a:t>extremely </a:t>
            </a:r>
            <a:r>
              <a:rPr lang="en-US" dirty="0"/>
              <a:t>happy</a:t>
            </a:r>
            <a:endParaRPr lang="en-IN" dirty="0"/>
          </a:p>
        </p:txBody>
      </p:sp>
      <p:sp>
        <p:nvSpPr>
          <p:cNvPr id="5" name="Title 3"/>
          <p:cNvSpPr txBox="1">
            <a:spLocks/>
          </p:cNvSpPr>
          <p:nvPr/>
        </p:nvSpPr>
        <p:spPr>
          <a:xfrm>
            <a:off x="838200" y="3754619"/>
            <a:ext cx="10515600" cy="132556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dirty="0" smtClean="0"/>
              <a:t>25. </a:t>
            </a:r>
            <a:r>
              <a:rPr lang="en-US" dirty="0"/>
              <a:t>This promotion sent him </a:t>
            </a:r>
            <a:r>
              <a:rPr lang="en-US" dirty="0" smtClean="0"/>
              <a:t>over </a:t>
            </a:r>
            <a:r>
              <a:rPr lang="en-US" dirty="0"/>
              <a:t>the moon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451195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838200" y="2429056"/>
            <a:ext cx="10515600" cy="1325563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lvl="0"/>
            <a:r>
              <a:rPr lang="en-IN" dirty="0" smtClean="0"/>
              <a:t>26.</a:t>
            </a:r>
            <a:r>
              <a:rPr lang="en-US" dirty="0" smtClean="0"/>
              <a:t> </a:t>
            </a:r>
            <a:r>
              <a:rPr lang="en-US" dirty="0" err="1"/>
              <a:t>Harbhajan</a:t>
            </a:r>
            <a:r>
              <a:rPr lang="en-US" dirty="0"/>
              <a:t> was </a:t>
            </a:r>
            <a:r>
              <a:rPr lang="en-US" dirty="0" smtClean="0"/>
              <a:t>at</a:t>
            </a:r>
            <a:r>
              <a:rPr lang="en-US" dirty="0" smtClean="0"/>
              <a:t> </a:t>
            </a:r>
            <a:r>
              <a:rPr lang="en-US" dirty="0"/>
              <a:t>the center</a:t>
            </a:r>
            <a:r>
              <a:rPr lang="en-IN" dirty="0"/>
              <a:t/>
            </a:r>
            <a:br>
              <a:rPr lang="en-IN" dirty="0"/>
            </a:br>
            <a:r>
              <a:rPr lang="en-US" dirty="0"/>
              <a:t>       </a:t>
            </a:r>
            <a:r>
              <a:rPr lang="en-US" dirty="0" smtClean="0"/>
              <a:t>of </a:t>
            </a:r>
            <a:r>
              <a:rPr lang="en-US" dirty="0"/>
              <a:t>the controversy</a:t>
            </a:r>
            <a:endParaRPr lang="en-IN" dirty="0"/>
          </a:p>
        </p:txBody>
      </p:sp>
      <p:sp>
        <p:nvSpPr>
          <p:cNvPr id="5" name="Title 3"/>
          <p:cNvSpPr txBox="1">
            <a:spLocks/>
          </p:cNvSpPr>
          <p:nvPr/>
        </p:nvSpPr>
        <p:spPr>
          <a:xfrm>
            <a:off x="838200" y="3754619"/>
            <a:ext cx="10515600" cy="132556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dirty="0" smtClean="0"/>
              <a:t>26. </a:t>
            </a:r>
            <a:r>
              <a:rPr lang="en-US" dirty="0" err="1"/>
              <a:t>Harbhajan</a:t>
            </a:r>
            <a:r>
              <a:rPr lang="en-US" dirty="0"/>
              <a:t> was </a:t>
            </a:r>
            <a:r>
              <a:rPr lang="en-US" dirty="0" smtClean="0"/>
              <a:t>at</a:t>
            </a:r>
            <a:r>
              <a:rPr lang="en-US" dirty="0" smtClean="0"/>
              <a:t> </a:t>
            </a:r>
            <a:r>
              <a:rPr lang="en-US" dirty="0"/>
              <a:t>the eye </a:t>
            </a:r>
            <a:r>
              <a:rPr lang="en-US" dirty="0" smtClean="0"/>
              <a:t>of</a:t>
            </a:r>
            <a:r>
              <a:rPr lang="en-IN" dirty="0"/>
              <a:t> </a:t>
            </a:r>
            <a:r>
              <a:rPr lang="en-US" dirty="0" smtClean="0"/>
              <a:t>the </a:t>
            </a:r>
            <a:r>
              <a:rPr lang="en-US" dirty="0"/>
              <a:t>storm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330163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838200" y="2429056"/>
            <a:ext cx="10515600" cy="1325563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pPr lvl="0"/>
            <a:r>
              <a:rPr lang="en-IN" dirty="0" smtClean="0"/>
              <a:t>27.</a:t>
            </a:r>
            <a:r>
              <a:rPr lang="en-US" dirty="0" smtClean="0"/>
              <a:t> </a:t>
            </a:r>
            <a:r>
              <a:rPr lang="en-US" dirty="0"/>
              <a:t>You are troubling </a:t>
            </a:r>
            <a:r>
              <a:rPr lang="en-US" dirty="0" smtClean="0"/>
              <a:t>me </a:t>
            </a:r>
            <a:r>
              <a:rPr lang="en-US" dirty="0"/>
              <a:t>mentally</a:t>
            </a:r>
            <a:endParaRPr lang="en-IN" dirty="0"/>
          </a:p>
        </p:txBody>
      </p:sp>
      <p:sp>
        <p:nvSpPr>
          <p:cNvPr id="5" name="Title 3"/>
          <p:cNvSpPr txBox="1">
            <a:spLocks/>
          </p:cNvSpPr>
          <p:nvPr/>
        </p:nvSpPr>
        <p:spPr>
          <a:xfrm>
            <a:off x="838200" y="3754619"/>
            <a:ext cx="10515600" cy="132556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dirty="0" smtClean="0"/>
              <a:t>27. </a:t>
            </a:r>
            <a:r>
              <a:rPr lang="en-US" dirty="0"/>
              <a:t>You are chewing my brains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741564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838200" y="2429056"/>
            <a:ext cx="10515600" cy="1325563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lvl="0"/>
            <a:r>
              <a:rPr lang="en-IN" dirty="0" smtClean="0"/>
              <a:t>28.</a:t>
            </a:r>
            <a:r>
              <a:rPr lang="en-US" dirty="0" smtClean="0"/>
              <a:t> </a:t>
            </a:r>
            <a:r>
              <a:rPr lang="en-US" dirty="0"/>
              <a:t>I was not sure, so I was </a:t>
            </a:r>
            <a:r>
              <a:rPr lang="en-US" dirty="0" smtClean="0"/>
              <a:t>checking </a:t>
            </a:r>
            <a:r>
              <a:rPr lang="en-US" dirty="0"/>
              <a:t>it</a:t>
            </a:r>
            <a:endParaRPr lang="en-IN" dirty="0"/>
          </a:p>
        </p:txBody>
      </p:sp>
      <p:sp>
        <p:nvSpPr>
          <p:cNvPr id="5" name="Title 3"/>
          <p:cNvSpPr txBox="1">
            <a:spLocks/>
          </p:cNvSpPr>
          <p:nvPr/>
        </p:nvSpPr>
        <p:spPr>
          <a:xfrm>
            <a:off x="838200" y="3754619"/>
            <a:ext cx="10515600" cy="132556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dirty="0" smtClean="0"/>
              <a:t>28. </a:t>
            </a:r>
            <a:r>
              <a:rPr lang="en-US" dirty="0"/>
              <a:t>I was testing waters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05016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838200" y="2429056"/>
            <a:ext cx="10515600" cy="1325563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lvl="0"/>
            <a:r>
              <a:rPr lang="en-IN" dirty="0" smtClean="0"/>
              <a:t>29.</a:t>
            </a:r>
            <a:r>
              <a:rPr lang="en-US" dirty="0" smtClean="0"/>
              <a:t> </a:t>
            </a:r>
            <a:r>
              <a:rPr lang="en-US" dirty="0"/>
              <a:t>Ensure that everything </a:t>
            </a:r>
            <a:r>
              <a:rPr lang="en-US" dirty="0" smtClean="0"/>
              <a:t>is</a:t>
            </a:r>
            <a:r>
              <a:rPr lang="en-IN" dirty="0"/>
              <a:t> </a:t>
            </a:r>
            <a:r>
              <a:rPr lang="en-US" dirty="0" smtClean="0"/>
              <a:t>written </a:t>
            </a:r>
            <a:r>
              <a:rPr lang="en-US" dirty="0"/>
              <a:t>on paper</a:t>
            </a:r>
            <a:endParaRPr lang="en-IN" dirty="0"/>
          </a:p>
        </p:txBody>
      </p:sp>
      <p:sp>
        <p:nvSpPr>
          <p:cNvPr id="5" name="Title 3"/>
          <p:cNvSpPr txBox="1">
            <a:spLocks/>
          </p:cNvSpPr>
          <p:nvPr/>
        </p:nvSpPr>
        <p:spPr>
          <a:xfrm>
            <a:off x="838200" y="3754619"/>
            <a:ext cx="10515600" cy="132556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dirty="0" smtClean="0"/>
              <a:t>29. </a:t>
            </a:r>
            <a:r>
              <a:rPr lang="en-US" dirty="0"/>
              <a:t>Ensure that everything </a:t>
            </a:r>
            <a:r>
              <a:rPr lang="en-US" dirty="0" smtClean="0"/>
              <a:t>is </a:t>
            </a:r>
            <a:r>
              <a:rPr lang="en-US" dirty="0"/>
              <a:t>in black and white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394988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838200" y="2429056"/>
            <a:ext cx="10515600" cy="1325563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r>
              <a:rPr lang="en-IN" dirty="0" smtClean="0"/>
              <a:t>30.</a:t>
            </a:r>
            <a:r>
              <a:rPr lang="en-US" dirty="0" smtClean="0"/>
              <a:t> </a:t>
            </a:r>
            <a:r>
              <a:rPr lang="en-US" dirty="0"/>
              <a:t>Don’t disturb the  work</a:t>
            </a:r>
            <a:endParaRPr lang="en-IN" dirty="0"/>
          </a:p>
        </p:txBody>
      </p:sp>
      <p:sp>
        <p:nvSpPr>
          <p:cNvPr id="5" name="Title 3"/>
          <p:cNvSpPr txBox="1">
            <a:spLocks/>
          </p:cNvSpPr>
          <p:nvPr/>
        </p:nvSpPr>
        <p:spPr>
          <a:xfrm>
            <a:off x="838200" y="3754619"/>
            <a:ext cx="10515600" cy="132556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dirty="0" smtClean="0"/>
              <a:t>30. </a:t>
            </a:r>
            <a:r>
              <a:rPr lang="en-US" dirty="0"/>
              <a:t>Don’t put a spanner in </a:t>
            </a:r>
            <a:r>
              <a:rPr lang="en-US" dirty="0" smtClean="0"/>
              <a:t>the </a:t>
            </a:r>
            <a:r>
              <a:rPr lang="en-US" dirty="0"/>
              <a:t>wheel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30404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838200" y="2429056"/>
            <a:ext cx="10515600" cy="1325563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lvl="0"/>
            <a:r>
              <a:rPr lang="en-IN" dirty="0" smtClean="0"/>
              <a:t>31.</a:t>
            </a:r>
            <a:r>
              <a:rPr lang="en-US" dirty="0" smtClean="0"/>
              <a:t> </a:t>
            </a:r>
            <a:r>
              <a:rPr lang="en-US" dirty="0"/>
              <a:t>Sameer will have to </a:t>
            </a:r>
            <a:r>
              <a:rPr lang="en-US" dirty="0" smtClean="0"/>
              <a:t>agree </a:t>
            </a:r>
            <a:r>
              <a:rPr lang="en-US" dirty="0"/>
              <a:t>with the terms</a:t>
            </a:r>
            <a:endParaRPr lang="en-IN" dirty="0"/>
          </a:p>
        </p:txBody>
      </p:sp>
      <p:sp>
        <p:nvSpPr>
          <p:cNvPr id="5" name="Title 3"/>
          <p:cNvSpPr txBox="1">
            <a:spLocks/>
          </p:cNvSpPr>
          <p:nvPr/>
        </p:nvSpPr>
        <p:spPr>
          <a:xfrm>
            <a:off x="838200" y="3754619"/>
            <a:ext cx="10515600" cy="132556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dirty="0" smtClean="0"/>
              <a:t>31. </a:t>
            </a:r>
            <a:r>
              <a:rPr lang="en-US" dirty="0"/>
              <a:t>Sameer will have </a:t>
            </a:r>
            <a:r>
              <a:rPr lang="en-US" dirty="0" smtClean="0"/>
              <a:t>t fall </a:t>
            </a:r>
            <a:r>
              <a:rPr lang="en-US" dirty="0"/>
              <a:t>in line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841074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838200" y="2429056"/>
            <a:ext cx="10515600" cy="1325563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lvl="0"/>
            <a:r>
              <a:rPr lang="en-IN" dirty="0" smtClean="0"/>
              <a:t>32.</a:t>
            </a:r>
            <a:r>
              <a:rPr lang="en-US" dirty="0" smtClean="0"/>
              <a:t> </a:t>
            </a:r>
            <a:r>
              <a:rPr lang="en-US" dirty="0"/>
              <a:t>With that investment</a:t>
            </a:r>
            <a:r>
              <a:rPr lang="en-US" dirty="0" smtClean="0"/>
              <a:t>, </a:t>
            </a:r>
            <a:r>
              <a:rPr lang="en-US" dirty="0"/>
              <a:t>he hit the target</a:t>
            </a:r>
            <a:endParaRPr lang="en-IN" dirty="0"/>
          </a:p>
        </p:txBody>
      </p:sp>
      <p:sp>
        <p:nvSpPr>
          <p:cNvPr id="5" name="Title 3"/>
          <p:cNvSpPr txBox="1">
            <a:spLocks/>
          </p:cNvSpPr>
          <p:nvPr/>
        </p:nvSpPr>
        <p:spPr>
          <a:xfrm>
            <a:off x="838200" y="3754619"/>
            <a:ext cx="10515600" cy="132556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dirty="0" smtClean="0"/>
              <a:t>32. </a:t>
            </a:r>
            <a:r>
              <a:rPr lang="en-US" dirty="0"/>
              <a:t>With that </a:t>
            </a:r>
            <a:r>
              <a:rPr lang="en-US" dirty="0" smtClean="0"/>
              <a:t>investment, he </a:t>
            </a:r>
            <a:r>
              <a:rPr lang="en-US" dirty="0"/>
              <a:t>hit bull’s eye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67457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838200" y="2429056"/>
            <a:ext cx="10515600" cy="1325563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r>
              <a:rPr lang="en-IN" dirty="0" smtClean="0"/>
              <a:t>33.</a:t>
            </a:r>
            <a:r>
              <a:rPr lang="en-US" dirty="0" smtClean="0"/>
              <a:t> </a:t>
            </a:r>
            <a:r>
              <a:rPr lang="en-US" dirty="0"/>
              <a:t>You got it right</a:t>
            </a:r>
            <a:endParaRPr lang="en-IN" dirty="0"/>
          </a:p>
        </p:txBody>
      </p:sp>
      <p:sp>
        <p:nvSpPr>
          <p:cNvPr id="5" name="Title 3"/>
          <p:cNvSpPr txBox="1">
            <a:spLocks/>
          </p:cNvSpPr>
          <p:nvPr/>
        </p:nvSpPr>
        <p:spPr>
          <a:xfrm>
            <a:off x="838200" y="3754619"/>
            <a:ext cx="10515600" cy="132556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dirty="0" smtClean="0"/>
              <a:t>33. </a:t>
            </a:r>
            <a:r>
              <a:rPr lang="en-US" dirty="0"/>
              <a:t>you hit the nail </a:t>
            </a:r>
            <a:r>
              <a:rPr lang="en-US" dirty="0" smtClean="0"/>
              <a:t>on</a:t>
            </a:r>
            <a:r>
              <a:rPr lang="en-IN" dirty="0"/>
              <a:t> </a:t>
            </a:r>
            <a:r>
              <a:rPr lang="en-US" dirty="0" smtClean="0"/>
              <a:t>the </a:t>
            </a:r>
            <a:r>
              <a:rPr lang="en-US" dirty="0"/>
              <a:t>head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770542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838200" y="2429056"/>
            <a:ext cx="10515600" cy="1325563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lvl="0"/>
            <a:r>
              <a:rPr lang="en-IN" dirty="0" smtClean="0"/>
              <a:t>34.</a:t>
            </a:r>
            <a:r>
              <a:rPr lang="en-US" dirty="0" smtClean="0"/>
              <a:t> </a:t>
            </a:r>
            <a:r>
              <a:rPr lang="en-US" dirty="0"/>
              <a:t>He </a:t>
            </a:r>
            <a:r>
              <a:rPr lang="en-US" dirty="0" smtClean="0"/>
              <a:t>surprised</a:t>
            </a:r>
            <a:r>
              <a:rPr lang="en-IN" dirty="0"/>
              <a:t> </a:t>
            </a:r>
            <a:r>
              <a:rPr lang="en-US" dirty="0" smtClean="0"/>
              <a:t>Everybody</a:t>
            </a:r>
            <a:endParaRPr lang="en-IN" dirty="0"/>
          </a:p>
        </p:txBody>
      </p:sp>
      <p:sp>
        <p:nvSpPr>
          <p:cNvPr id="5" name="Title 3"/>
          <p:cNvSpPr txBox="1">
            <a:spLocks/>
          </p:cNvSpPr>
          <p:nvPr/>
        </p:nvSpPr>
        <p:spPr>
          <a:xfrm>
            <a:off x="838200" y="3754619"/>
            <a:ext cx="10515600" cy="132556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dirty="0" smtClean="0"/>
              <a:t>34. </a:t>
            </a:r>
            <a:r>
              <a:rPr lang="en-US" dirty="0"/>
              <a:t>He </a:t>
            </a:r>
            <a:r>
              <a:rPr lang="en-US" dirty="0" smtClean="0"/>
              <a:t>threw a Bombshell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758543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838200" y="2429056"/>
            <a:ext cx="10515600" cy="1325563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lvl="0"/>
            <a:r>
              <a:rPr lang="en-IN" dirty="0" smtClean="0"/>
              <a:t>35.</a:t>
            </a:r>
            <a:r>
              <a:rPr lang="en-US" dirty="0" smtClean="0"/>
              <a:t> </a:t>
            </a:r>
            <a:r>
              <a:rPr lang="en-US" dirty="0"/>
              <a:t>You </a:t>
            </a:r>
            <a:r>
              <a:rPr lang="en-US" dirty="0" smtClean="0"/>
              <a:t>must be extremely eager for  achievement</a:t>
            </a:r>
            <a:endParaRPr lang="en-IN" dirty="0"/>
          </a:p>
        </p:txBody>
      </p:sp>
      <p:sp>
        <p:nvSpPr>
          <p:cNvPr id="5" name="Title 3"/>
          <p:cNvSpPr txBox="1">
            <a:spLocks/>
          </p:cNvSpPr>
          <p:nvPr/>
        </p:nvSpPr>
        <p:spPr>
          <a:xfrm>
            <a:off x="838200" y="3754619"/>
            <a:ext cx="10515600" cy="132556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dirty="0" smtClean="0"/>
              <a:t>35. </a:t>
            </a:r>
            <a:r>
              <a:rPr lang="en-US" dirty="0"/>
              <a:t>You must have </a:t>
            </a:r>
            <a:r>
              <a:rPr lang="en-US" dirty="0" smtClean="0"/>
              <a:t>fire in </a:t>
            </a:r>
            <a:r>
              <a:rPr lang="en-US" dirty="0"/>
              <a:t>the belly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37028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838200" y="2429056"/>
            <a:ext cx="10515600" cy="1325563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lvl="0"/>
            <a:r>
              <a:rPr lang="en-IN" dirty="0" smtClean="0"/>
              <a:t>36.</a:t>
            </a:r>
            <a:r>
              <a:rPr lang="en-US" dirty="0" smtClean="0"/>
              <a:t> </a:t>
            </a:r>
            <a:r>
              <a:rPr lang="en-US" dirty="0"/>
              <a:t>These allegations </a:t>
            </a:r>
            <a:r>
              <a:rPr lang="en-US" dirty="0" smtClean="0"/>
              <a:t>are</a:t>
            </a:r>
            <a:r>
              <a:rPr lang="en-IN" dirty="0"/>
              <a:t> </a:t>
            </a:r>
            <a:r>
              <a:rPr lang="en-US" dirty="0" smtClean="0"/>
              <a:t>not </a:t>
            </a:r>
            <a:r>
              <a:rPr lang="en-US" dirty="0"/>
              <a:t>true</a:t>
            </a:r>
            <a:endParaRPr lang="en-IN" dirty="0"/>
          </a:p>
        </p:txBody>
      </p:sp>
      <p:sp>
        <p:nvSpPr>
          <p:cNvPr id="5" name="Title 3"/>
          <p:cNvSpPr txBox="1">
            <a:spLocks/>
          </p:cNvSpPr>
          <p:nvPr/>
        </p:nvSpPr>
        <p:spPr>
          <a:xfrm>
            <a:off x="838200" y="3754619"/>
            <a:ext cx="10515600" cy="132556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dirty="0" smtClean="0"/>
              <a:t>36. </a:t>
            </a:r>
            <a:r>
              <a:rPr lang="en-US" dirty="0"/>
              <a:t>These allegations don’t </a:t>
            </a:r>
            <a:r>
              <a:rPr lang="en-US" dirty="0" smtClean="0"/>
              <a:t>hold </a:t>
            </a:r>
            <a:r>
              <a:rPr lang="en-US" dirty="0"/>
              <a:t>water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433956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207</TotalTime>
  <Words>590</Words>
  <Application>Microsoft Office PowerPoint</Application>
  <PresentationFormat>Widescreen</PresentationFormat>
  <Paragraphs>75</Paragraphs>
  <Slides>37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1" baseType="lpstr">
      <vt:lpstr>Arial</vt:lpstr>
      <vt:lpstr>Calibri</vt:lpstr>
      <vt:lpstr>Calibri Light</vt:lpstr>
      <vt:lpstr>Office Theme</vt:lpstr>
      <vt:lpstr>SMART ENGLISH IN DAILY LIFE</vt:lpstr>
      <vt:lpstr>1. It is on the agenda/Plan of work</vt:lpstr>
      <vt:lpstr>2. Now for you the time has come to be alert</vt:lpstr>
      <vt:lpstr>3. You look fat / Your weight has increased</vt:lpstr>
      <vt:lpstr>4. I am feeling the problem</vt:lpstr>
      <vt:lpstr>5. I will take it completely</vt:lpstr>
      <vt:lpstr>6. Sometimes, influence of some person is used</vt:lpstr>
      <vt:lpstr>7. Don’t use rough language</vt:lpstr>
      <vt:lpstr>8. He is finished</vt:lpstr>
      <vt:lpstr>9. These actions were not required</vt:lpstr>
      <vt:lpstr>10. It is difficult to deal with that guy</vt:lpstr>
      <vt:lpstr>11. I rarely meet him</vt:lpstr>
      <vt:lpstr>12. I am confused</vt:lpstr>
      <vt:lpstr>13. Shahrukh is happy</vt:lpstr>
      <vt:lpstr>14. you speak too much</vt:lpstr>
      <vt:lpstr>15. You will get great benefits by this                                                                  Work</vt:lpstr>
      <vt:lpstr>16. You can make out the difference          between ordinary and extra ordinary</vt:lpstr>
      <vt:lpstr>17. This is just little. There is much more</vt:lpstr>
      <vt:lpstr>18. He is about to be finished</vt:lpstr>
      <vt:lpstr>19. He is about to be finished</vt:lpstr>
      <vt:lpstr>20. In this case, I think something is wrong</vt:lpstr>
      <vt:lpstr>21. Continue the same work</vt:lpstr>
      <vt:lpstr>22. That work is yet to be completed</vt:lpstr>
      <vt:lpstr>23. I do not have enough funds</vt:lpstr>
      <vt:lpstr>24. The manager will have to handle         the trouble</vt:lpstr>
      <vt:lpstr>25. This promotion made him extremely happy</vt:lpstr>
      <vt:lpstr>26. Harbhajan was at the center        of the controversy</vt:lpstr>
      <vt:lpstr>27. You are troubling me mentally</vt:lpstr>
      <vt:lpstr>28. I was not sure, so I was checking it</vt:lpstr>
      <vt:lpstr>29. Ensure that everything is written on paper</vt:lpstr>
      <vt:lpstr>30. Don’t disturb the  work</vt:lpstr>
      <vt:lpstr>31. Sameer will have to agree with the terms</vt:lpstr>
      <vt:lpstr>32. With that investment, he hit the target</vt:lpstr>
      <vt:lpstr>33. You got it right</vt:lpstr>
      <vt:lpstr>34. He surprised Everybody</vt:lpstr>
      <vt:lpstr>35. You must be extremely eager for  achievement</vt:lpstr>
      <vt:lpstr>36. These allegations are not true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ENGLISH IN DAILY LIFE</dc:title>
  <dc:creator>admin</dc:creator>
  <cp:lastModifiedBy>admin</cp:lastModifiedBy>
  <cp:revision>15</cp:revision>
  <dcterms:created xsi:type="dcterms:W3CDTF">2023-03-23T09:08:26Z</dcterms:created>
  <dcterms:modified xsi:type="dcterms:W3CDTF">2025-11-14T04:50:10Z</dcterms:modified>
</cp:coreProperties>
</file>