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63"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5715000" cx="9144000"/>
  <p:notesSz cx="6858000" cy="9144000"/>
  <p:embeddedFontLst>
    <p:embeddedFont>
      <p:font typeface="Montserrat"/>
      <p:regular r:id="rId26"/>
      <p:bold r:id="rId27"/>
      <p:italic r:id="rId28"/>
      <p:boldItalic r:id="rId29"/>
    </p:embeddedFont>
    <p:embeddedFont>
      <p:font typeface="Lato"/>
      <p:regular r:id="rId30"/>
      <p:bold r:id="rId31"/>
      <p:italic r:id="rId32"/>
      <p:boldItalic r:id="rId33"/>
    </p:embeddedFont>
    <p:embeddedFont>
      <p:font typeface="Tahoma"/>
      <p:regular r:id="rId34"/>
      <p:bold r:id="rId35"/>
    </p:embeddedFont>
    <p:embeddedFont>
      <p:font typeface="Average"/>
      <p:regular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80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80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Montserrat-regular.fntdata"/><Relationship Id="rId25" Type="http://schemas.openxmlformats.org/officeDocument/2006/relationships/slide" Target="slides/slide20.xml"/><Relationship Id="rId28" Type="http://schemas.openxmlformats.org/officeDocument/2006/relationships/font" Target="fonts/Montserrat-italic.fntdata"/><Relationship Id="rId27" Type="http://schemas.openxmlformats.org/officeDocument/2006/relationships/font" Target="fonts/Montserrat-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Montserrat-bold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Lato-bold.fntdata"/><Relationship Id="rId30" Type="http://schemas.openxmlformats.org/officeDocument/2006/relationships/font" Target="fonts/Lato-regular.fntdata"/><Relationship Id="rId11" Type="http://schemas.openxmlformats.org/officeDocument/2006/relationships/slide" Target="slides/slide6.xml"/><Relationship Id="rId33" Type="http://schemas.openxmlformats.org/officeDocument/2006/relationships/font" Target="fonts/Lato-boldItalic.fntdata"/><Relationship Id="rId10" Type="http://schemas.openxmlformats.org/officeDocument/2006/relationships/slide" Target="slides/slide5.xml"/><Relationship Id="rId32" Type="http://schemas.openxmlformats.org/officeDocument/2006/relationships/font" Target="fonts/Lato-italic.fntdata"/><Relationship Id="rId13" Type="http://schemas.openxmlformats.org/officeDocument/2006/relationships/slide" Target="slides/slide8.xml"/><Relationship Id="rId35" Type="http://schemas.openxmlformats.org/officeDocument/2006/relationships/font" Target="fonts/Tahoma-bold.fntdata"/><Relationship Id="rId12" Type="http://schemas.openxmlformats.org/officeDocument/2006/relationships/slide" Target="slides/slide7.xml"/><Relationship Id="rId34" Type="http://schemas.openxmlformats.org/officeDocument/2006/relationships/font" Target="fonts/Tahoma-regular.fntdata"/><Relationship Id="rId15" Type="http://schemas.openxmlformats.org/officeDocument/2006/relationships/slide" Target="slides/slide10.xml"/><Relationship Id="rId14" Type="http://schemas.openxmlformats.org/officeDocument/2006/relationships/slide" Target="slides/slide9.xml"/><Relationship Id="rId36" Type="http://schemas.openxmlformats.org/officeDocument/2006/relationships/font" Target="fonts/Average-regular.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686104" y="685800"/>
            <a:ext cx="54864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1pPr>
            <a:lvl2pPr indent="-317500" lvl="1" marL="9144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2pPr>
            <a:lvl3pPr indent="-317500" lvl="2" marL="13716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3pPr>
            <a:lvl4pPr indent="-317500" lvl="3" marL="18288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4pPr>
            <a:lvl5pPr indent="-317500" lvl="4" marL="22860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5pPr>
            <a:lvl6pPr indent="-317500" lvl="5" marL="27432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6pPr>
            <a:lvl7pPr indent="-317500" lvl="6" marL="32004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7pPr>
            <a:lvl8pPr indent="-317500" lvl="7" marL="36576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8pPr>
            <a:lvl9pPr indent="-317500" lvl="8" marL="41148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notes"/>
          <p:cNvSpPr/>
          <p:nvPr>
            <p:ph idx="2" type="sldImg"/>
          </p:nvPr>
        </p:nvSpPr>
        <p:spPr>
          <a:xfrm>
            <a:off x="686100" y="685800"/>
            <a:ext cx="54864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1" name="Google Shape;16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2:notes"/>
          <p:cNvSpPr/>
          <p:nvPr>
            <p:ph idx="2" type="sldImg"/>
          </p:nvPr>
        </p:nvSpPr>
        <p:spPr>
          <a:xfrm>
            <a:off x="686100" y="685800"/>
            <a:ext cx="54864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8" name="Google Shape;168;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3:notes"/>
          <p:cNvSpPr txBox="1"/>
          <p:nvPr>
            <p:ph idx="1" type="body"/>
          </p:nvPr>
        </p:nvSpPr>
        <p:spPr>
          <a:xfrm>
            <a:off x="685793" y="4343393"/>
            <a:ext cx="5486396" cy="4114787"/>
          </a:xfrm>
          <a:prstGeom prst="rect">
            <a:avLst/>
          </a:prstGeom>
          <a:noFill/>
          <a:ln>
            <a:noFill/>
          </a:ln>
        </p:spPr>
        <p:txBody>
          <a:bodyPr anchorCtr="0" anchor="t" bIns="49900" lIns="49900" spcFirstLastPara="1" rIns="49900" wrap="square" tIns="49900">
            <a:noAutofit/>
          </a:bodyPr>
          <a:lstStyle/>
          <a:p>
            <a:pPr indent="0" lvl="0" marL="0" rtl="0" algn="l">
              <a:lnSpc>
                <a:spcPct val="100000"/>
              </a:lnSpc>
              <a:spcBef>
                <a:spcPts val="0"/>
              </a:spcBef>
              <a:spcAft>
                <a:spcPts val="0"/>
              </a:spcAft>
              <a:buSzPts val="1400"/>
              <a:buNone/>
            </a:pPr>
            <a:r>
              <a:t/>
            </a:r>
            <a:endParaRPr/>
          </a:p>
        </p:txBody>
      </p:sp>
      <p:sp>
        <p:nvSpPr>
          <p:cNvPr id="179" name="Google Shape;179;p3:notes"/>
          <p:cNvSpPr/>
          <p:nvPr>
            <p:ph idx="2" type="sldImg"/>
          </p:nvPr>
        </p:nvSpPr>
        <p:spPr>
          <a:xfrm>
            <a:off x="1370729" y="685798"/>
            <a:ext cx="41172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4:notes"/>
          <p:cNvSpPr/>
          <p:nvPr>
            <p:ph idx="2" type="sldImg"/>
          </p:nvPr>
        </p:nvSpPr>
        <p:spPr>
          <a:xfrm>
            <a:off x="686100" y="685800"/>
            <a:ext cx="54864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2" name="Google Shape;192;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5:notes"/>
          <p:cNvSpPr txBox="1"/>
          <p:nvPr>
            <p:ph idx="1" type="body"/>
          </p:nvPr>
        </p:nvSpPr>
        <p:spPr>
          <a:xfrm>
            <a:off x="685793" y="4343393"/>
            <a:ext cx="5486396" cy="4114787"/>
          </a:xfrm>
          <a:prstGeom prst="rect">
            <a:avLst/>
          </a:prstGeom>
          <a:noFill/>
          <a:ln>
            <a:noFill/>
          </a:ln>
        </p:spPr>
        <p:txBody>
          <a:bodyPr anchorCtr="0" anchor="t" bIns="49900" lIns="49900" spcFirstLastPara="1" rIns="49900" wrap="square" tIns="49900">
            <a:noAutofit/>
          </a:bodyPr>
          <a:lstStyle/>
          <a:p>
            <a:pPr indent="0" lvl="0" marL="0" rtl="0" algn="l">
              <a:lnSpc>
                <a:spcPct val="100000"/>
              </a:lnSpc>
              <a:spcBef>
                <a:spcPts val="0"/>
              </a:spcBef>
              <a:spcAft>
                <a:spcPts val="0"/>
              </a:spcAft>
              <a:buSzPts val="1400"/>
              <a:buNone/>
            </a:pPr>
            <a:r>
              <a:t/>
            </a:r>
            <a:endParaRPr/>
          </a:p>
        </p:txBody>
      </p:sp>
      <p:sp>
        <p:nvSpPr>
          <p:cNvPr id="200" name="Google Shape;200;p5:notes"/>
          <p:cNvSpPr/>
          <p:nvPr>
            <p:ph idx="2" type="sldImg"/>
          </p:nvPr>
        </p:nvSpPr>
        <p:spPr>
          <a:xfrm>
            <a:off x="1370729" y="685798"/>
            <a:ext cx="41172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6:notes"/>
          <p:cNvSpPr txBox="1"/>
          <p:nvPr>
            <p:ph idx="1" type="body"/>
          </p:nvPr>
        </p:nvSpPr>
        <p:spPr>
          <a:xfrm>
            <a:off x="685793" y="4343393"/>
            <a:ext cx="5486396" cy="4114787"/>
          </a:xfrm>
          <a:prstGeom prst="rect">
            <a:avLst/>
          </a:prstGeom>
          <a:noFill/>
          <a:ln>
            <a:noFill/>
          </a:ln>
        </p:spPr>
        <p:txBody>
          <a:bodyPr anchorCtr="0" anchor="t" bIns="49900" lIns="49900" spcFirstLastPara="1" rIns="49900" wrap="square" tIns="49900">
            <a:noAutofit/>
          </a:bodyPr>
          <a:lstStyle/>
          <a:p>
            <a:pPr indent="0" lvl="0" marL="0" rtl="0" algn="l">
              <a:lnSpc>
                <a:spcPct val="100000"/>
              </a:lnSpc>
              <a:spcBef>
                <a:spcPts val="0"/>
              </a:spcBef>
              <a:spcAft>
                <a:spcPts val="0"/>
              </a:spcAft>
              <a:buSzPts val="1400"/>
              <a:buNone/>
            </a:pPr>
            <a:r>
              <a:t/>
            </a:r>
            <a:endParaRPr/>
          </a:p>
        </p:txBody>
      </p:sp>
      <p:sp>
        <p:nvSpPr>
          <p:cNvPr id="209" name="Google Shape;209;p6:notes"/>
          <p:cNvSpPr/>
          <p:nvPr>
            <p:ph idx="2" type="sldImg"/>
          </p:nvPr>
        </p:nvSpPr>
        <p:spPr>
          <a:xfrm>
            <a:off x="1370729" y="685798"/>
            <a:ext cx="41172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7:notes"/>
          <p:cNvSpPr/>
          <p:nvPr>
            <p:ph idx="2" type="sldImg"/>
          </p:nvPr>
        </p:nvSpPr>
        <p:spPr>
          <a:xfrm>
            <a:off x="686100" y="685800"/>
            <a:ext cx="54864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7" name="Google Shape;217;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8:notes"/>
          <p:cNvSpPr txBox="1"/>
          <p:nvPr>
            <p:ph idx="1" type="body"/>
          </p:nvPr>
        </p:nvSpPr>
        <p:spPr>
          <a:xfrm>
            <a:off x="685793" y="4343393"/>
            <a:ext cx="5486396" cy="4114787"/>
          </a:xfrm>
          <a:prstGeom prst="rect">
            <a:avLst/>
          </a:prstGeom>
          <a:noFill/>
          <a:ln>
            <a:noFill/>
          </a:ln>
        </p:spPr>
        <p:txBody>
          <a:bodyPr anchorCtr="0" anchor="t" bIns="49900" lIns="49900" spcFirstLastPara="1" rIns="49900" wrap="square" tIns="49900">
            <a:noAutofit/>
          </a:bodyPr>
          <a:lstStyle/>
          <a:p>
            <a:pPr indent="0" lvl="0" marL="0" rtl="0" algn="l">
              <a:lnSpc>
                <a:spcPct val="100000"/>
              </a:lnSpc>
              <a:spcBef>
                <a:spcPts val="0"/>
              </a:spcBef>
              <a:spcAft>
                <a:spcPts val="0"/>
              </a:spcAft>
              <a:buSzPts val="1400"/>
              <a:buNone/>
            </a:pPr>
            <a:r>
              <a:t/>
            </a:r>
            <a:endParaRPr/>
          </a:p>
        </p:txBody>
      </p:sp>
      <p:sp>
        <p:nvSpPr>
          <p:cNvPr id="224" name="Google Shape;224;p8:notes"/>
          <p:cNvSpPr/>
          <p:nvPr>
            <p:ph idx="2" type="sldImg"/>
          </p:nvPr>
        </p:nvSpPr>
        <p:spPr>
          <a:xfrm>
            <a:off x="1370729" y="685798"/>
            <a:ext cx="41172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9:notes"/>
          <p:cNvSpPr txBox="1"/>
          <p:nvPr>
            <p:ph idx="1" type="body"/>
          </p:nvPr>
        </p:nvSpPr>
        <p:spPr>
          <a:xfrm>
            <a:off x="685793" y="4343393"/>
            <a:ext cx="5486396" cy="4114787"/>
          </a:xfrm>
          <a:prstGeom prst="rect">
            <a:avLst/>
          </a:prstGeom>
          <a:noFill/>
          <a:ln>
            <a:noFill/>
          </a:ln>
        </p:spPr>
        <p:txBody>
          <a:bodyPr anchorCtr="0" anchor="t" bIns="49900" lIns="49900" spcFirstLastPara="1" rIns="49900" wrap="square" tIns="49900">
            <a:noAutofit/>
          </a:bodyPr>
          <a:lstStyle/>
          <a:p>
            <a:pPr indent="0" lvl="0" marL="0" rtl="0" algn="l">
              <a:lnSpc>
                <a:spcPct val="100000"/>
              </a:lnSpc>
              <a:spcBef>
                <a:spcPts val="0"/>
              </a:spcBef>
              <a:spcAft>
                <a:spcPts val="0"/>
              </a:spcAft>
              <a:buSzPts val="1400"/>
              <a:buNone/>
            </a:pPr>
            <a:r>
              <a:t/>
            </a:r>
            <a:endParaRPr/>
          </a:p>
        </p:txBody>
      </p:sp>
      <p:sp>
        <p:nvSpPr>
          <p:cNvPr id="236" name="Google Shape;236;p9:notes"/>
          <p:cNvSpPr/>
          <p:nvPr>
            <p:ph idx="2" type="sldImg"/>
          </p:nvPr>
        </p:nvSpPr>
        <p:spPr>
          <a:xfrm>
            <a:off x="1370729" y="685798"/>
            <a:ext cx="41172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10:notes"/>
          <p:cNvSpPr txBox="1"/>
          <p:nvPr>
            <p:ph idx="1" type="body"/>
          </p:nvPr>
        </p:nvSpPr>
        <p:spPr>
          <a:xfrm>
            <a:off x="685793" y="4343393"/>
            <a:ext cx="5486396" cy="4114787"/>
          </a:xfrm>
          <a:prstGeom prst="rect">
            <a:avLst/>
          </a:prstGeom>
          <a:noFill/>
          <a:ln>
            <a:noFill/>
          </a:ln>
        </p:spPr>
        <p:txBody>
          <a:bodyPr anchorCtr="0" anchor="t" bIns="49900" lIns="49900" spcFirstLastPara="1" rIns="49900" wrap="square" tIns="49900">
            <a:noAutofit/>
          </a:bodyPr>
          <a:lstStyle/>
          <a:p>
            <a:pPr indent="0" lvl="0" marL="0" rtl="0" algn="l">
              <a:lnSpc>
                <a:spcPct val="100000"/>
              </a:lnSpc>
              <a:spcBef>
                <a:spcPts val="0"/>
              </a:spcBef>
              <a:spcAft>
                <a:spcPts val="0"/>
              </a:spcAft>
              <a:buSzPts val="1400"/>
              <a:buNone/>
            </a:pPr>
            <a:r>
              <a:t/>
            </a:r>
            <a:endParaRPr/>
          </a:p>
        </p:txBody>
      </p:sp>
      <p:sp>
        <p:nvSpPr>
          <p:cNvPr id="247" name="Google Shape;247;p10:notes"/>
          <p:cNvSpPr/>
          <p:nvPr>
            <p:ph idx="2" type="sldImg"/>
          </p:nvPr>
        </p:nvSpPr>
        <p:spPr>
          <a:xfrm>
            <a:off x="1370729" y="685798"/>
            <a:ext cx="41172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11:notes"/>
          <p:cNvSpPr txBox="1"/>
          <p:nvPr>
            <p:ph idx="1" type="body"/>
          </p:nvPr>
        </p:nvSpPr>
        <p:spPr>
          <a:xfrm>
            <a:off x="685793" y="4343393"/>
            <a:ext cx="5486396" cy="4114787"/>
          </a:xfrm>
          <a:prstGeom prst="rect">
            <a:avLst/>
          </a:prstGeom>
          <a:noFill/>
          <a:ln>
            <a:noFill/>
          </a:ln>
        </p:spPr>
        <p:txBody>
          <a:bodyPr anchorCtr="0" anchor="t" bIns="49900" lIns="49900" spcFirstLastPara="1" rIns="49900" wrap="square" tIns="49900">
            <a:noAutofit/>
          </a:bodyPr>
          <a:lstStyle/>
          <a:p>
            <a:pPr indent="0" lvl="0" marL="0" rtl="0" algn="l">
              <a:lnSpc>
                <a:spcPct val="100000"/>
              </a:lnSpc>
              <a:spcBef>
                <a:spcPts val="0"/>
              </a:spcBef>
              <a:spcAft>
                <a:spcPts val="0"/>
              </a:spcAft>
              <a:buSzPts val="1400"/>
              <a:buNone/>
            </a:pPr>
            <a:r>
              <a:t/>
            </a:r>
            <a:endParaRPr/>
          </a:p>
        </p:txBody>
      </p:sp>
      <p:sp>
        <p:nvSpPr>
          <p:cNvPr id="256" name="Google Shape;256;p11:notes"/>
          <p:cNvSpPr/>
          <p:nvPr>
            <p:ph idx="2" type="sldImg"/>
          </p:nvPr>
        </p:nvSpPr>
        <p:spPr>
          <a:xfrm>
            <a:off x="1370729" y="685798"/>
            <a:ext cx="41172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12:notes"/>
          <p:cNvSpPr txBox="1"/>
          <p:nvPr>
            <p:ph idx="1" type="body"/>
          </p:nvPr>
        </p:nvSpPr>
        <p:spPr>
          <a:xfrm>
            <a:off x="685793" y="4343393"/>
            <a:ext cx="5486396" cy="4114787"/>
          </a:xfrm>
          <a:prstGeom prst="rect">
            <a:avLst/>
          </a:prstGeom>
          <a:noFill/>
          <a:ln>
            <a:noFill/>
          </a:ln>
        </p:spPr>
        <p:txBody>
          <a:bodyPr anchorCtr="0" anchor="t" bIns="49900" lIns="49900" spcFirstLastPara="1" rIns="49900" wrap="square" tIns="49900">
            <a:noAutofit/>
          </a:bodyPr>
          <a:lstStyle/>
          <a:p>
            <a:pPr indent="0" lvl="0" marL="0" rtl="0" algn="l">
              <a:lnSpc>
                <a:spcPct val="100000"/>
              </a:lnSpc>
              <a:spcBef>
                <a:spcPts val="0"/>
              </a:spcBef>
              <a:spcAft>
                <a:spcPts val="0"/>
              </a:spcAft>
              <a:buSzPts val="1400"/>
              <a:buNone/>
            </a:pPr>
            <a:r>
              <a:t/>
            </a:r>
            <a:endParaRPr/>
          </a:p>
        </p:txBody>
      </p:sp>
      <p:sp>
        <p:nvSpPr>
          <p:cNvPr id="264" name="Google Shape;264;p12:notes"/>
          <p:cNvSpPr/>
          <p:nvPr>
            <p:ph idx="2" type="sldImg"/>
          </p:nvPr>
        </p:nvSpPr>
        <p:spPr>
          <a:xfrm>
            <a:off x="1370729" y="685798"/>
            <a:ext cx="41172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13:notes"/>
          <p:cNvSpPr txBox="1"/>
          <p:nvPr>
            <p:ph idx="1" type="body"/>
          </p:nvPr>
        </p:nvSpPr>
        <p:spPr>
          <a:xfrm>
            <a:off x="685793" y="4343393"/>
            <a:ext cx="5486396" cy="4114787"/>
          </a:xfrm>
          <a:prstGeom prst="rect">
            <a:avLst/>
          </a:prstGeom>
          <a:noFill/>
          <a:ln>
            <a:noFill/>
          </a:ln>
        </p:spPr>
        <p:txBody>
          <a:bodyPr anchorCtr="0" anchor="t" bIns="49900" lIns="49900" spcFirstLastPara="1" rIns="49900" wrap="square" tIns="49900">
            <a:noAutofit/>
          </a:bodyPr>
          <a:lstStyle/>
          <a:p>
            <a:pPr indent="0" lvl="0" marL="0" rtl="0" algn="l">
              <a:lnSpc>
                <a:spcPct val="100000"/>
              </a:lnSpc>
              <a:spcBef>
                <a:spcPts val="0"/>
              </a:spcBef>
              <a:spcAft>
                <a:spcPts val="0"/>
              </a:spcAft>
              <a:buSzPts val="1400"/>
              <a:buNone/>
            </a:pPr>
            <a:r>
              <a:t/>
            </a:r>
            <a:endParaRPr/>
          </a:p>
        </p:txBody>
      </p:sp>
      <p:sp>
        <p:nvSpPr>
          <p:cNvPr id="276" name="Google Shape;276;p13:notes"/>
          <p:cNvSpPr/>
          <p:nvPr>
            <p:ph idx="2" type="sldImg"/>
          </p:nvPr>
        </p:nvSpPr>
        <p:spPr>
          <a:xfrm>
            <a:off x="1370729" y="685798"/>
            <a:ext cx="41172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14:notes"/>
          <p:cNvSpPr txBox="1"/>
          <p:nvPr>
            <p:ph idx="1" type="body"/>
          </p:nvPr>
        </p:nvSpPr>
        <p:spPr>
          <a:xfrm>
            <a:off x="685793" y="4343393"/>
            <a:ext cx="5486396" cy="4114787"/>
          </a:xfrm>
          <a:prstGeom prst="rect">
            <a:avLst/>
          </a:prstGeom>
          <a:noFill/>
          <a:ln>
            <a:noFill/>
          </a:ln>
        </p:spPr>
        <p:txBody>
          <a:bodyPr anchorCtr="0" anchor="t" bIns="49900" lIns="49900" spcFirstLastPara="1" rIns="49900" wrap="square" tIns="49900">
            <a:noAutofit/>
          </a:bodyPr>
          <a:lstStyle/>
          <a:p>
            <a:pPr indent="0" lvl="0" marL="0" rtl="0" algn="l">
              <a:lnSpc>
                <a:spcPct val="100000"/>
              </a:lnSpc>
              <a:spcBef>
                <a:spcPts val="0"/>
              </a:spcBef>
              <a:spcAft>
                <a:spcPts val="0"/>
              </a:spcAft>
              <a:buSzPts val="1400"/>
              <a:buNone/>
            </a:pPr>
            <a:r>
              <a:t/>
            </a:r>
            <a:endParaRPr/>
          </a:p>
        </p:txBody>
      </p:sp>
      <p:sp>
        <p:nvSpPr>
          <p:cNvPr id="287" name="Google Shape;287;p14:notes"/>
          <p:cNvSpPr/>
          <p:nvPr>
            <p:ph idx="2" type="sldImg"/>
          </p:nvPr>
        </p:nvSpPr>
        <p:spPr>
          <a:xfrm>
            <a:off x="1370729" y="685798"/>
            <a:ext cx="41172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15:notes"/>
          <p:cNvSpPr txBox="1"/>
          <p:nvPr>
            <p:ph idx="1" type="body"/>
          </p:nvPr>
        </p:nvSpPr>
        <p:spPr>
          <a:xfrm>
            <a:off x="685793" y="4343393"/>
            <a:ext cx="5486396" cy="4114787"/>
          </a:xfrm>
          <a:prstGeom prst="rect">
            <a:avLst/>
          </a:prstGeom>
          <a:noFill/>
          <a:ln>
            <a:noFill/>
          </a:ln>
        </p:spPr>
        <p:txBody>
          <a:bodyPr anchorCtr="0" anchor="t" bIns="49900" lIns="49900" spcFirstLastPara="1" rIns="49900" wrap="square" tIns="49900">
            <a:noAutofit/>
          </a:bodyPr>
          <a:lstStyle/>
          <a:p>
            <a:pPr indent="0" lvl="0" marL="0" rtl="0" algn="l">
              <a:lnSpc>
                <a:spcPct val="100000"/>
              </a:lnSpc>
              <a:spcBef>
                <a:spcPts val="0"/>
              </a:spcBef>
              <a:spcAft>
                <a:spcPts val="0"/>
              </a:spcAft>
              <a:buSzPts val="1400"/>
              <a:buNone/>
            </a:pPr>
            <a:r>
              <a:t/>
            </a:r>
            <a:endParaRPr/>
          </a:p>
        </p:txBody>
      </p:sp>
      <p:sp>
        <p:nvSpPr>
          <p:cNvPr id="298" name="Google Shape;298;p15:notes"/>
          <p:cNvSpPr/>
          <p:nvPr>
            <p:ph idx="2" type="sldImg"/>
          </p:nvPr>
        </p:nvSpPr>
        <p:spPr>
          <a:xfrm>
            <a:off x="1370729" y="685798"/>
            <a:ext cx="41172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16:notes"/>
          <p:cNvSpPr/>
          <p:nvPr>
            <p:ph idx="2" type="sldImg"/>
          </p:nvPr>
        </p:nvSpPr>
        <p:spPr>
          <a:xfrm>
            <a:off x="686100" y="685800"/>
            <a:ext cx="54864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8" name="Google Shape;308;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17:notes"/>
          <p:cNvSpPr txBox="1"/>
          <p:nvPr>
            <p:ph idx="1" type="body"/>
          </p:nvPr>
        </p:nvSpPr>
        <p:spPr>
          <a:xfrm>
            <a:off x="685793" y="4343393"/>
            <a:ext cx="5486396" cy="4114787"/>
          </a:xfrm>
          <a:prstGeom prst="rect">
            <a:avLst/>
          </a:prstGeom>
          <a:noFill/>
          <a:ln>
            <a:noFill/>
          </a:ln>
        </p:spPr>
        <p:txBody>
          <a:bodyPr anchorCtr="0" anchor="t" bIns="49900" lIns="49900" spcFirstLastPara="1" rIns="49900" wrap="square" tIns="49900">
            <a:noAutofit/>
          </a:bodyPr>
          <a:lstStyle/>
          <a:p>
            <a:pPr indent="0" lvl="0" marL="0" rtl="0" algn="l">
              <a:lnSpc>
                <a:spcPct val="100000"/>
              </a:lnSpc>
              <a:spcBef>
                <a:spcPts val="0"/>
              </a:spcBef>
              <a:spcAft>
                <a:spcPts val="0"/>
              </a:spcAft>
              <a:buSzPts val="1400"/>
              <a:buNone/>
            </a:pPr>
            <a:r>
              <a:t/>
            </a:r>
            <a:endParaRPr/>
          </a:p>
        </p:txBody>
      </p:sp>
      <p:sp>
        <p:nvSpPr>
          <p:cNvPr id="315" name="Google Shape;315;p17:notes"/>
          <p:cNvSpPr/>
          <p:nvPr>
            <p:ph idx="2" type="sldImg"/>
          </p:nvPr>
        </p:nvSpPr>
        <p:spPr>
          <a:xfrm>
            <a:off x="1370729" y="685798"/>
            <a:ext cx="41172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18:notes"/>
          <p:cNvSpPr txBox="1"/>
          <p:nvPr>
            <p:ph idx="1" type="body"/>
          </p:nvPr>
        </p:nvSpPr>
        <p:spPr>
          <a:xfrm>
            <a:off x="685793" y="4343393"/>
            <a:ext cx="5486396" cy="4114787"/>
          </a:xfrm>
          <a:prstGeom prst="rect">
            <a:avLst/>
          </a:prstGeom>
          <a:noFill/>
          <a:ln>
            <a:noFill/>
          </a:ln>
        </p:spPr>
        <p:txBody>
          <a:bodyPr anchorCtr="0" anchor="t" bIns="49900" lIns="49900" spcFirstLastPara="1" rIns="49900" wrap="square" tIns="49900">
            <a:noAutofit/>
          </a:bodyPr>
          <a:lstStyle/>
          <a:p>
            <a:pPr indent="0" lvl="0" marL="0" rtl="0" algn="l">
              <a:lnSpc>
                <a:spcPct val="100000"/>
              </a:lnSpc>
              <a:spcBef>
                <a:spcPts val="0"/>
              </a:spcBef>
              <a:spcAft>
                <a:spcPts val="0"/>
              </a:spcAft>
              <a:buSzPts val="1400"/>
              <a:buNone/>
            </a:pPr>
            <a:r>
              <a:t/>
            </a:r>
            <a:endParaRPr/>
          </a:p>
        </p:txBody>
      </p:sp>
      <p:sp>
        <p:nvSpPr>
          <p:cNvPr id="322" name="Google Shape;322;p18:notes"/>
          <p:cNvSpPr/>
          <p:nvPr>
            <p:ph idx="2" type="sldImg"/>
          </p:nvPr>
        </p:nvSpPr>
        <p:spPr>
          <a:xfrm>
            <a:off x="1370729" y="685798"/>
            <a:ext cx="41172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19:notes"/>
          <p:cNvSpPr txBox="1"/>
          <p:nvPr>
            <p:ph idx="1" type="body"/>
          </p:nvPr>
        </p:nvSpPr>
        <p:spPr>
          <a:xfrm>
            <a:off x="685793" y="4343393"/>
            <a:ext cx="5486396" cy="4114787"/>
          </a:xfrm>
          <a:prstGeom prst="rect">
            <a:avLst/>
          </a:prstGeom>
          <a:noFill/>
          <a:ln>
            <a:noFill/>
          </a:ln>
        </p:spPr>
        <p:txBody>
          <a:bodyPr anchorCtr="0" anchor="t" bIns="49900" lIns="49900" spcFirstLastPara="1" rIns="49900" wrap="square" tIns="49900">
            <a:noAutofit/>
          </a:bodyPr>
          <a:lstStyle/>
          <a:p>
            <a:pPr indent="0" lvl="0" marL="0" rtl="0" algn="l">
              <a:lnSpc>
                <a:spcPct val="100000"/>
              </a:lnSpc>
              <a:spcBef>
                <a:spcPts val="0"/>
              </a:spcBef>
              <a:spcAft>
                <a:spcPts val="0"/>
              </a:spcAft>
              <a:buSzPts val="1400"/>
              <a:buNone/>
            </a:pPr>
            <a:r>
              <a:t/>
            </a:r>
            <a:endParaRPr/>
          </a:p>
        </p:txBody>
      </p:sp>
      <p:sp>
        <p:nvSpPr>
          <p:cNvPr id="333" name="Google Shape;333;p19:notes"/>
          <p:cNvSpPr/>
          <p:nvPr>
            <p:ph idx="2" type="sldImg"/>
          </p:nvPr>
        </p:nvSpPr>
        <p:spPr>
          <a:xfrm>
            <a:off x="1370729" y="685798"/>
            <a:ext cx="41172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20:notes"/>
          <p:cNvSpPr/>
          <p:nvPr>
            <p:ph idx="2" type="sldImg"/>
          </p:nvPr>
        </p:nvSpPr>
        <p:spPr>
          <a:xfrm>
            <a:off x="686100" y="685800"/>
            <a:ext cx="54864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2" name="Google Shape;352;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
          <p:cNvSpPr/>
          <p:nvPr/>
        </p:nvSpPr>
        <p:spPr>
          <a:xfrm rot="5400000">
            <a:off x="7408950" y="91911"/>
            <a:ext cx="1826400" cy="1643700"/>
          </a:xfrm>
          <a:prstGeom prst="diagStripe">
            <a:avLst>
              <a:gd fmla="val 0" name="adj"/>
            </a:avLst>
          </a:prstGeom>
          <a:solidFill>
            <a:schemeClr val="lt1">
              <a:alpha val="2745"/>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3" name="Google Shape;13;p2"/>
          <p:cNvGrpSpPr/>
          <p:nvPr/>
        </p:nvGrpSpPr>
        <p:grpSpPr>
          <a:xfrm>
            <a:off x="0" y="545"/>
            <a:ext cx="5153705" cy="5704831"/>
            <a:chOff x="0" y="75"/>
            <a:chExt cx="5153705" cy="5152950"/>
          </a:xfrm>
        </p:grpSpPr>
        <p:sp>
          <p:nvSpPr>
            <p:cNvPr id="14" name="Google Shape;14;p2"/>
            <p:cNvSpPr/>
            <p:nvPr/>
          </p:nvSpPr>
          <p:spPr>
            <a:xfrm rot="-5400000">
              <a:off x="455" y="-225"/>
              <a:ext cx="5152800" cy="5153700"/>
            </a:xfrm>
            <a:prstGeom prst="diagStripe">
              <a:avLst>
                <a:gd fmla="val 50000" name="adj"/>
              </a:avLst>
            </a:prstGeom>
            <a:solidFill>
              <a:schemeClr val="lt1">
                <a:alpha val="2745"/>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 name="Google Shape;15;p2"/>
            <p:cNvSpPr/>
            <p:nvPr/>
          </p:nvSpPr>
          <p:spPr>
            <a:xfrm rot="-5400000">
              <a:off x="150" y="1145825"/>
              <a:ext cx="3996600" cy="3996900"/>
            </a:xfrm>
            <a:prstGeom prst="diagStripe">
              <a:avLst>
                <a:gd fmla="val 58774" name="adj"/>
              </a:avLst>
            </a:prstGeom>
            <a:solidFill>
              <a:schemeClr val="lt1">
                <a:alpha val="2745"/>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 name="Google Shape;16;p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 name="Google Shape;17;p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8" name="Google Shape;18;p2"/>
          <p:cNvSpPr txBox="1"/>
          <p:nvPr>
            <p:ph type="ctrTitle"/>
          </p:nvPr>
        </p:nvSpPr>
        <p:spPr>
          <a:xfrm>
            <a:off x="3537150" y="1753778"/>
            <a:ext cx="5017500" cy="17544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4000"/>
              <a:buNone/>
              <a:defRPr sz="4000"/>
            </a:lvl1pPr>
            <a:lvl2pPr lvl="1" algn="l">
              <a:lnSpc>
                <a:spcPct val="100000"/>
              </a:lnSpc>
              <a:spcBef>
                <a:spcPts val="0"/>
              </a:spcBef>
              <a:spcAft>
                <a:spcPts val="0"/>
              </a:spcAft>
              <a:buSzPts val="4000"/>
              <a:buNone/>
              <a:defRPr sz="4000"/>
            </a:lvl2pPr>
            <a:lvl3pPr lvl="2" algn="l">
              <a:lnSpc>
                <a:spcPct val="100000"/>
              </a:lnSpc>
              <a:spcBef>
                <a:spcPts val="0"/>
              </a:spcBef>
              <a:spcAft>
                <a:spcPts val="0"/>
              </a:spcAft>
              <a:buSzPts val="4000"/>
              <a:buNone/>
              <a:defRPr sz="4000"/>
            </a:lvl3pPr>
            <a:lvl4pPr lvl="3" algn="l">
              <a:lnSpc>
                <a:spcPct val="100000"/>
              </a:lnSpc>
              <a:spcBef>
                <a:spcPts val="0"/>
              </a:spcBef>
              <a:spcAft>
                <a:spcPts val="0"/>
              </a:spcAft>
              <a:buSzPts val="4000"/>
              <a:buNone/>
              <a:defRPr sz="4000"/>
            </a:lvl4pPr>
            <a:lvl5pPr lvl="4" algn="l">
              <a:lnSpc>
                <a:spcPct val="100000"/>
              </a:lnSpc>
              <a:spcBef>
                <a:spcPts val="0"/>
              </a:spcBef>
              <a:spcAft>
                <a:spcPts val="0"/>
              </a:spcAft>
              <a:buSzPts val="4000"/>
              <a:buNone/>
              <a:defRPr sz="4000"/>
            </a:lvl5pPr>
            <a:lvl6pPr lvl="5" algn="l">
              <a:lnSpc>
                <a:spcPct val="100000"/>
              </a:lnSpc>
              <a:spcBef>
                <a:spcPts val="0"/>
              </a:spcBef>
              <a:spcAft>
                <a:spcPts val="0"/>
              </a:spcAft>
              <a:buSzPts val="4000"/>
              <a:buNone/>
              <a:defRPr sz="4000"/>
            </a:lvl6pPr>
            <a:lvl7pPr lvl="6" algn="l">
              <a:lnSpc>
                <a:spcPct val="100000"/>
              </a:lnSpc>
              <a:spcBef>
                <a:spcPts val="0"/>
              </a:spcBef>
              <a:spcAft>
                <a:spcPts val="0"/>
              </a:spcAft>
              <a:buSzPts val="4000"/>
              <a:buNone/>
              <a:defRPr sz="4000"/>
            </a:lvl7pPr>
            <a:lvl8pPr lvl="7" algn="l">
              <a:lnSpc>
                <a:spcPct val="100000"/>
              </a:lnSpc>
              <a:spcBef>
                <a:spcPts val="0"/>
              </a:spcBef>
              <a:spcAft>
                <a:spcPts val="0"/>
              </a:spcAft>
              <a:buSzPts val="4000"/>
              <a:buNone/>
              <a:defRPr sz="4000"/>
            </a:lvl8pPr>
            <a:lvl9pPr lvl="8" algn="l">
              <a:lnSpc>
                <a:spcPct val="100000"/>
              </a:lnSpc>
              <a:spcBef>
                <a:spcPts val="0"/>
              </a:spcBef>
              <a:spcAft>
                <a:spcPts val="0"/>
              </a:spcAft>
              <a:buSzPts val="4000"/>
              <a:buNone/>
              <a:defRPr sz="4000"/>
            </a:lvl9pPr>
          </a:lstStyle>
          <a:p/>
        </p:txBody>
      </p:sp>
      <p:sp>
        <p:nvSpPr>
          <p:cNvPr id="19" name="Google Shape;19;p2"/>
          <p:cNvSpPr txBox="1"/>
          <p:nvPr>
            <p:ph idx="1" type="subTitle"/>
          </p:nvPr>
        </p:nvSpPr>
        <p:spPr>
          <a:xfrm>
            <a:off x="5083950" y="4361028"/>
            <a:ext cx="3470700" cy="562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300"/>
              <a:buNone/>
              <a:defRPr/>
            </a:lvl1pPr>
            <a:lvl2pPr lvl="1" algn="l">
              <a:lnSpc>
                <a:spcPct val="100000"/>
              </a:lnSpc>
              <a:spcBef>
                <a:spcPts val="0"/>
              </a:spcBef>
              <a:spcAft>
                <a:spcPts val="0"/>
              </a:spcAft>
              <a:buSzPts val="1300"/>
              <a:buNone/>
              <a:defRPr sz="1300"/>
            </a:lvl2pPr>
            <a:lvl3pPr lvl="2" algn="l">
              <a:lnSpc>
                <a:spcPct val="100000"/>
              </a:lnSpc>
              <a:spcBef>
                <a:spcPts val="0"/>
              </a:spcBef>
              <a:spcAft>
                <a:spcPts val="0"/>
              </a:spcAft>
              <a:buSzPts val="1300"/>
              <a:buNone/>
              <a:defRPr sz="1300"/>
            </a:lvl3pPr>
            <a:lvl4pPr lvl="3" algn="l">
              <a:lnSpc>
                <a:spcPct val="100000"/>
              </a:lnSpc>
              <a:spcBef>
                <a:spcPts val="0"/>
              </a:spcBef>
              <a:spcAft>
                <a:spcPts val="0"/>
              </a:spcAft>
              <a:buSzPts val="1300"/>
              <a:buNone/>
              <a:defRPr sz="1300"/>
            </a:lvl4pPr>
            <a:lvl5pPr lvl="4" algn="l">
              <a:lnSpc>
                <a:spcPct val="100000"/>
              </a:lnSpc>
              <a:spcBef>
                <a:spcPts val="0"/>
              </a:spcBef>
              <a:spcAft>
                <a:spcPts val="0"/>
              </a:spcAft>
              <a:buSzPts val="1300"/>
              <a:buNone/>
              <a:defRPr sz="1300"/>
            </a:lvl5pPr>
            <a:lvl6pPr lvl="5" algn="l">
              <a:lnSpc>
                <a:spcPct val="100000"/>
              </a:lnSpc>
              <a:spcBef>
                <a:spcPts val="0"/>
              </a:spcBef>
              <a:spcAft>
                <a:spcPts val="0"/>
              </a:spcAft>
              <a:buSzPts val="1300"/>
              <a:buNone/>
              <a:defRPr sz="1300"/>
            </a:lvl6pPr>
            <a:lvl7pPr lvl="6" algn="l">
              <a:lnSpc>
                <a:spcPct val="100000"/>
              </a:lnSpc>
              <a:spcBef>
                <a:spcPts val="0"/>
              </a:spcBef>
              <a:spcAft>
                <a:spcPts val="0"/>
              </a:spcAft>
              <a:buSzPts val="1300"/>
              <a:buNone/>
              <a:defRPr sz="1300"/>
            </a:lvl7pPr>
            <a:lvl8pPr lvl="7" algn="l">
              <a:lnSpc>
                <a:spcPct val="100000"/>
              </a:lnSpc>
              <a:spcBef>
                <a:spcPts val="0"/>
              </a:spcBef>
              <a:spcAft>
                <a:spcPts val="0"/>
              </a:spcAft>
              <a:buSzPts val="1300"/>
              <a:buNone/>
              <a:defRPr sz="1300"/>
            </a:lvl8pPr>
            <a:lvl9pPr lvl="8" algn="l">
              <a:lnSpc>
                <a:spcPct val="100000"/>
              </a:lnSpc>
              <a:spcBef>
                <a:spcPts val="0"/>
              </a:spcBef>
              <a:spcAft>
                <a:spcPts val="0"/>
              </a:spcAft>
              <a:buSzPts val="1300"/>
              <a:buNone/>
              <a:defRPr sz="1300"/>
            </a:lvl9pPr>
          </a:lstStyle>
          <a:p/>
        </p:txBody>
      </p:sp>
      <p:sp>
        <p:nvSpPr>
          <p:cNvPr id="20" name="Google Shape;20;p2"/>
          <p:cNvSpPr txBox="1"/>
          <p:nvPr>
            <p:ph idx="12" type="sldNum"/>
          </p:nvPr>
        </p:nvSpPr>
        <p:spPr>
          <a:xfrm>
            <a:off x="8472458" y="5181352"/>
            <a:ext cx="548700" cy="4374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1" name="Shape 21"/>
        <p:cNvGrpSpPr/>
        <p:nvPr/>
      </p:nvGrpSpPr>
      <p:grpSpPr>
        <a:xfrm>
          <a:off x="0" y="0"/>
          <a:ext cx="0" cy="0"/>
          <a:chOff x="0" y="0"/>
          <a:chExt cx="0" cy="0"/>
        </a:xfrm>
      </p:grpSpPr>
      <p:grpSp>
        <p:nvGrpSpPr>
          <p:cNvPr id="22" name="Google Shape;22;p3"/>
          <p:cNvGrpSpPr/>
          <p:nvPr/>
        </p:nvGrpSpPr>
        <p:grpSpPr>
          <a:xfrm>
            <a:off x="0" y="423331"/>
            <a:ext cx="1037850" cy="1129198"/>
            <a:chOff x="0" y="381001"/>
            <a:chExt cx="1037850" cy="1016288"/>
          </a:xfrm>
        </p:grpSpPr>
        <p:sp>
          <p:nvSpPr>
            <p:cNvPr id="23" name="Google Shape;23;p3"/>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 name="Google Shape;24;p3"/>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5" name="Google Shape;25;p3"/>
          <p:cNvSpPr txBox="1"/>
          <p:nvPr>
            <p:ph type="title"/>
          </p:nvPr>
        </p:nvSpPr>
        <p:spPr>
          <a:xfrm>
            <a:off x="1297500" y="437500"/>
            <a:ext cx="7038900" cy="10158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26" name="Google Shape;26;p3"/>
          <p:cNvSpPr txBox="1"/>
          <p:nvPr>
            <p:ph idx="1" type="body"/>
          </p:nvPr>
        </p:nvSpPr>
        <p:spPr>
          <a:xfrm>
            <a:off x="1297500" y="1741722"/>
            <a:ext cx="7038900" cy="32346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27" name="Google Shape;27;p3"/>
          <p:cNvSpPr txBox="1"/>
          <p:nvPr>
            <p:ph idx="12" type="sldNum"/>
          </p:nvPr>
        </p:nvSpPr>
        <p:spPr>
          <a:xfrm>
            <a:off x="8472458" y="5181352"/>
            <a:ext cx="548700" cy="4374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obj">
  <p:cSld name="OBJECT">
    <p:spTree>
      <p:nvGrpSpPr>
        <p:cNvPr id="28" name="Shape 28"/>
        <p:cNvGrpSpPr/>
        <p:nvPr/>
      </p:nvGrpSpPr>
      <p:grpSpPr>
        <a:xfrm>
          <a:off x="0" y="0"/>
          <a:ext cx="0" cy="0"/>
          <a:chOff x="0" y="0"/>
          <a:chExt cx="0" cy="0"/>
        </a:xfrm>
      </p:grpSpPr>
      <p:sp>
        <p:nvSpPr>
          <p:cNvPr id="29" name="Google Shape;29;p4"/>
          <p:cNvSpPr txBox="1"/>
          <p:nvPr>
            <p:ph type="title"/>
          </p:nvPr>
        </p:nvSpPr>
        <p:spPr>
          <a:xfrm>
            <a:off x="3932821" y="747474"/>
            <a:ext cx="4550100" cy="1341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2800"/>
              <a:buNone/>
              <a:defRPr b="0" i="0" sz="1600">
                <a:solidFill>
                  <a:schemeClr val="dk1"/>
                </a:solidFill>
                <a:latin typeface="Lucida Sans"/>
                <a:ea typeface="Lucida Sans"/>
                <a:cs typeface="Lucida Sans"/>
                <a:sym typeface="Lucida Sans"/>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0" name="Google Shape;30;p4"/>
          <p:cNvSpPr txBox="1"/>
          <p:nvPr>
            <p:ph idx="11" type="ftr"/>
          </p:nvPr>
        </p:nvSpPr>
        <p:spPr>
          <a:xfrm>
            <a:off x="3108960" y="5314950"/>
            <a:ext cx="2926200" cy="285600"/>
          </a:xfrm>
          <a:prstGeom prst="rect">
            <a:avLst/>
          </a:prstGeom>
          <a:noFill/>
          <a:ln>
            <a:noFill/>
          </a:ln>
        </p:spPr>
        <p:txBody>
          <a:bodyPr anchorCtr="0" anchor="t" bIns="0" lIns="0" spcFirstLastPara="1" rIns="0" wrap="square" tIns="0">
            <a:sp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31" name="Google Shape;31;p4"/>
          <p:cNvSpPr txBox="1"/>
          <p:nvPr>
            <p:ph idx="10" type="dt"/>
          </p:nvPr>
        </p:nvSpPr>
        <p:spPr>
          <a:xfrm>
            <a:off x="457200" y="5314950"/>
            <a:ext cx="2103000" cy="2856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32" name="Google Shape;32;p4"/>
          <p:cNvSpPr txBox="1"/>
          <p:nvPr>
            <p:ph idx="12" type="sldNum"/>
          </p:nvPr>
        </p:nvSpPr>
        <p:spPr>
          <a:xfrm>
            <a:off x="6583680" y="5314950"/>
            <a:ext cx="2103000" cy="153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solidFill>
                <a:schemeClr val="lt1"/>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33" name="Shape 33"/>
        <p:cNvGrpSpPr/>
        <p:nvPr/>
      </p:nvGrpSpPr>
      <p:grpSpPr>
        <a:xfrm>
          <a:off x="0" y="0"/>
          <a:ext cx="0" cy="0"/>
          <a:chOff x="0" y="0"/>
          <a:chExt cx="0" cy="0"/>
        </a:xfrm>
      </p:grpSpPr>
      <p:sp>
        <p:nvSpPr>
          <p:cNvPr id="34" name="Google Shape;34;p5"/>
          <p:cNvSpPr txBox="1"/>
          <p:nvPr>
            <p:ph type="title"/>
          </p:nvPr>
        </p:nvSpPr>
        <p:spPr>
          <a:xfrm>
            <a:off x="537769" y="1176349"/>
            <a:ext cx="3588300" cy="2613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700"/>
              <a:buNone/>
              <a:defRPr b="1" i="0" sz="1400">
                <a:solidFill>
                  <a:srgbClr val="434343"/>
                </a:solidFill>
                <a:latin typeface="Tahoma"/>
                <a:ea typeface="Tahoma"/>
                <a:cs typeface="Tahoma"/>
                <a:sym typeface="Tahoma"/>
              </a:defRPr>
            </a:lvl1pPr>
            <a:lvl2pPr lvl="1" algn="l">
              <a:lnSpc>
                <a:spcPct val="100000"/>
              </a:lnSpc>
              <a:spcBef>
                <a:spcPts val="0"/>
              </a:spcBef>
              <a:spcAft>
                <a:spcPts val="0"/>
              </a:spcAft>
              <a:buSzPts val="700"/>
              <a:buNone/>
              <a:defRPr sz="700"/>
            </a:lvl2pPr>
            <a:lvl3pPr lvl="2" algn="l">
              <a:lnSpc>
                <a:spcPct val="100000"/>
              </a:lnSpc>
              <a:spcBef>
                <a:spcPts val="0"/>
              </a:spcBef>
              <a:spcAft>
                <a:spcPts val="0"/>
              </a:spcAft>
              <a:buSzPts val="700"/>
              <a:buNone/>
              <a:defRPr sz="700"/>
            </a:lvl3pPr>
            <a:lvl4pPr lvl="3" algn="l">
              <a:lnSpc>
                <a:spcPct val="100000"/>
              </a:lnSpc>
              <a:spcBef>
                <a:spcPts val="0"/>
              </a:spcBef>
              <a:spcAft>
                <a:spcPts val="0"/>
              </a:spcAft>
              <a:buSzPts val="700"/>
              <a:buNone/>
              <a:defRPr sz="700"/>
            </a:lvl4pPr>
            <a:lvl5pPr lvl="4" algn="l">
              <a:lnSpc>
                <a:spcPct val="100000"/>
              </a:lnSpc>
              <a:spcBef>
                <a:spcPts val="0"/>
              </a:spcBef>
              <a:spcAft>
                <a:spcPts val="0"/>
              </a:spcAft>
              <a:buSzPts val="700"/>
              <a:buNone/>
              <a:defRPr sz="700"/>
            </a:lvl5pPr>
            <a:lvl6pPr lvl="5" algn="l">
              <a:lnSpc>
                <a:spcPct val="100000"/>
              </a:lnSpc>
              <a:spcBef>
                <a:spcPts val="0"/>
              </a:spcBef>
              <a:spcAft>
                <a:spcPts val="0"/>
              </a:spcAft>
              <a:buSzPts val="700"/>
              <a:buNone/>
              <a:defRPr sz="700"/>
            </a:lvl6pPr>
            <a:lvl7pPr lvl="6" algn="l">
              <a:lnSpc>
                <a:spcPct val="100000"/>
              </a:lnSpc>
              <a:spcBef>
                <a:spcPts val="0"/>
              </a:spcBef>
              <a:spcAft>
                <a:spcPts val="0"/>
              </a:spcAft>
              <a:buSzPts val="700"/>
              <a:buNone/>
              <a:defRPr sz="700"/>
            </a:lvl7pPr>
            <a:lvl8pPr lvl="7" algn="l">
              <a:lnSpc>
                <a:spcPct val="100000"/>
              </a:lnSpc>
              <a:spcBef>
                <a:spcPts val="0"/>
              </a:spcBef>
              <a:spcAft>
                <a:spcPts val="0"/>
              </a:spcAft>
              <a:buSzPts val="700"/>
              <a:buNone/>
              <a:defRPr sz="700"/>
            </a:lvl8pPr>
            <a:lvl9pPr lvl="8" algn="l">
              <a:lnSpc>
                <a:spcPct val="100000"/>
              </a:lnSpc>
              <a:spcBef>
                <a:spcPts val="0"/>
              </a:spcBef>
              <a:spcAft>
                <a:spcPts val="0"/>
              </a:spcAft>
              <a:buSzPts val="700"/>
              <a:buNone/>
              <a:defRPr sz="700"/>
            </a:lvl9pPr>
          </a:lstStyle>
          <a:p/>
        </p:txBody>
      </p:sp>
      <p:sp>
        <p:nvSpPr>
          <p:cNvPr id="35" name="Google Shape;35;p5"/>
          <p:cNvSpPr txBox="1"/>
          <p:nvPr>
            <p:ph idx="1" type="body"/>
          </p:nvPr>
        </p:nvSpPr>
        <p:spPr>
          <a:xfrm>
            <a:off x="2069685" y="2162832"/>
            <a:ext cx="5097900" cy="1593300"/>
          </a:xfrm>
          <a:prstGeom prst="rect">
            <a:avLst/>
          </a:prstGeom>
          <a:noFill/>
          <a:ln>
            <a:noFill/>
          </a:ln>
        </p:spPr>
        <p:txBody>
          <a:bodyPr anchorCtr="0" anchor="t" bIns="0" lIns="0" spcFirstLastPara="1" rIns="0" wrap="square" tIns="0">
            <a:spAutoFit/>
          </a:bodyPr>
          <a:lstStyle>
            <a:lvl1pPr indent="-228600" lvl="0" marL="457200" algn="l">
              <a:lnSpc>
                <a:spcPct val="115000"/>
              </a:lnSpc>
              <a:spcBef>
                <a:spcPts val="0"/>
              </a:spcBef>
              <a:spcAft>
                <a:spcPts val="0"/>
              </a:spcAft>
              <a:buSzPts val="700"/>
              <a:buNone/>
              <a:defRPr b="0" i="0" sz="1500">
                <a:solidFill>
                  <a:schemeClr val="dk1"/>
                </a:solidFill>
                <a:latin typeface="Tahoma"/>
                <a:ea typeface="Tahoma"/>
                <a:cs typeface="Tahoma"/>
                <a:sym typeface="Tahoma"/>
              </a:defRPr>
            </a:lvl1pPr>
            <a:lvl2pPr indent="-228600" lvl="1" marL="914400" algn="l">
              <a:lnSpc>
                <a:spcPct val="115000"/>
              </a:lnSpc>
              <a:spcBef>
                <a:spcPts val="1200"/>
              </a:spcBef>
              <a:spcAft>
                <a:spcPts val="0"/>
              </a:spcAft>
              <a:buSzPts val="700"/>
              <a:buNone/>
              <a:defRPr sz="700"/>
            </a:lvl2pPr>
            <a:lvl3pPr indent="-228600" lvl="2" marL="1371600" algn="l">
              <a:lnSpc>
                <a:spcPct val="115000"/>
              </a:lnSpc>
              <a:spcBef>
                <a:spcPts val="1200"/>
              </a:spcBef>
              <a:spcAft>
                <a:spcPts val="0"/>
              </a:spcAft>
              <a:buSzPts val="700"/>
              <a:buNone/>
              <a:defRPr sz="700"/>
            </a:lvl3pPr>
            <a:lvl4pPr indent="-228600" lvl="3" marL="1828800" algn="l">
              <a:lnSpc>
                <a:spcPct val="115000"/>
              </a:lnSpc>
              <a:spcBef>
                <a:spcPts val="1200"/>
              </a:spcBef>
              <a:spcAft>
                <a:spcPts val="0"/>
              </a:spcAft>
              <a:buSzPts val="700"/>
              <a:buNone/>
              <a:defRPr sz="700"/>
            </a:lvl4pPr>
            <a:lvl5pPr indent="-228600" lvl="4" marL="2286000" algn="l">
              <a:lnSpc>
                <a:spcPct val="115000"/>
              </a:lnSpc>
              <a:spcBef>
                <a:spcPts val="1200"/>
              </a:spcBef>
              <a:spcAft>
                <a:spcPts val="0"/>
              </a:spcAft>
              <a:buSzPts val="700"/>
              <a:buNone/>
              <a:defRPr sz="700"/>
            </a:lvl5pPr>
            <a:lvl6pPr indent="-228600" lvl="5" marL="2743200" algn="l">
              <a:lnSpc>
                <a:spcPct val="115000"/>
              </a:lnSpc>
              <a:spcBef>
                <a:spcPts val="1200"/>
              </a:spcBef>
              <a:spcAft>
                <a:spcPts val="0"/>
              </a:spcAft>
              <a:buSzPts val="700"/>
              <a:buNone/>
              <a:defRPr sz="700"/>
            </a:lvl6pPr>
            <a:lvl7pPr indent="-228600" lvl="6" marL="3200400" algn="l">
              <a:lnSpc>
                <a:spcPct val="115000"/>
              </a:lnSpc>
              <a:spcBef>
                <a:spcPts val="1200"/>
              </a:spcBef>
              <a:spcAft>
                <a:spcPts val="0"/>
              </a:spcAft>
              <a:buSzPts val="700"/>
              <a:buNone/>
              <a:defRPr sz="700"/>
            </a:lvl7pPr>
            <a:lvl8pPr indent="-228600" lvl="7" marL="3657600" algn="l">
              <a:lnSpc>
                <a:spcPct val="115000"/>
              </a:lnSpc>
              <a:spcBef>
                <a:spcPts val="1200"/>
              </a:spcBef>
              <a:spcAft>
                <a:spcPts val="0"/>
              </a:spcAft>
              <a:buSzPts val="700"/>
              <a:buNone/>
              <a:defRPr sz="700"/>
            </a:lvl8pPr>
            <a:lvl9pPr indent="-228600" lvl="8" marL="4114800" algn="l">
              <a:lnSpc>
                <a:spcPct val="115000"/>
              </a:lnSpc>
              <a:spcBef>
                <a:spcPts val="1200"/>
              </a:spcBef>
              <a:spcAft>
                <a:spcPts val="1200"/>
              </a:spcAft>
              <a:buSzPts val="700"/>
              <a:buNone/>
              <a:defRPr sz="700"/>
            </a:lvl9pPr>
          </a:lstStyle>
          <a:p/>
        </p:txBody>
      </p:sp>
      <p:sp>
        <p:nvSpPr>
          <p:cNvPr id="36" name="Google Shape;36;p5"/>
          <p:cNvSpPr txBox="1"/>
          <p:nvPr>
            <p:ph idx="11" type="ftr"/>
          </p:nvPr>
        </p:nvSpPr>
        <p:spPr>
          <a:xfrm>
            <a:off x="3108960" y="5314950"/>
            <a:ext cx="2926200" cy="285600"/>
          </a:xfrm>
          <a:prstGeom prst="rect">
            <a:avLst/>
          </a:prstGeom>
          <a:noFill/>
          <a:ln>
            <a:noFill/>
          </a:ln>
        </p:spPr>
        <p:txBody>
          <a:bodyPr anchorCtr="0" anchor="t" bIns="0" lIns="0" spcFirstLastPara="1" rIns="0" wrap="square" tIns="0">
            <a:spAutoFit/>
          </a:bodyPr>
          <a:lstStyle>
            <a:lvl1pPr lvl="0" marR="0" rtl="0" algn="ctr">
              <a:lnSpc>
                <a:spcPct val="100000"/>
              </a:lnSpc>
              <a:spcBef>
                <a:spcPts val="0"/>
              </a:spcBef>
              <a:spcAft>
                <a:spcPts val="0"/>
              </a:spcAft>
              <a:buClr>
                <a:srgbClr val="000000"/>
              </a:buClr>
              <a:buSzPts val="700"/>
              <a:buFont typeface="Arial"/>
              <a:buNone/>
              <a:defRPr b="0" i="0" sz="7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700"/>
              <a:buFont typeface="Arial"/>
              <a:buNone/>
              <a:defRPr b="0" i="0" sz="7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700"/>
              <a:buFont typeface="Arial"/>
              <a:buNone/>
              <a:defRPr b="0" i="0" sz="7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700"/>
              <a:buFont typeface="Arial"/>
              <a:buNone/>
              <a:defRPr b="0" i="0" sz="7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700"/>
              <a:buFont typeface="Arial"/>
              <a:buNone/>
              <a:defRPr b="0" i="0" sz="7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700"/>
              <a:buFont typeface="Arial"/>
              <a:buNone/>
              <a:defRPr b="0" i="0" sz="7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700"/>
              <a:buFont typeface="Arial"/>
              <a:buNone/>
              <a:defRPr b="0" i="0" sz="7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700"/>
              <a:buFont typeface="Arial"/>
              <a:buNone/>
              <a:defRPr b="0" i="0" sz="7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700"/>
              <a:buFont typeface="Arial"/>
              <a:buNone/>
              <a:defRPr b="0" i="0" sz="700" u="none" cap="none" strike="noStrike">
                <a:solidFill>
                  <a:srgbClr val="000000"/>
                </a:solidFill>
                <a:latin typeface="Arial"/>
                <a:ea typeface="Arial"/>
                <a:cs typeface="Arial"/>
                <a:sym typeface="Arial"/>
              </a:defRPr>
            </a:lvl9pPr>
          </a:lstStyle>
          <a:p/>
        </p:txBody>
      </p:sp>
      <p:sp>
        <p:nvSpPr>
          <p:cNvPr id="37" name="Google Shape;37;p5"/>
          <p:cNvSpPr txBox="1"/>
          <p:nvPr>
            <p:ph idx="10" type="dt"/>
          </p:nvPr>
        </p:nvSpPr>
        <p:spPr>
          <a:xfrm>
            <a:off x="457200" y="5314950"/>
            <a:ext cx="2103000" cy="2856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700"/>
              <a:buFont typeface="Arial"/>
              <a:buNone/>
              <a:defRPr b="0" i="0" sz="7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700"/>
              <a:buFont typeface="Arial"/>
              <a:buNone/>
              <a:defRPr b="0" i="0" sz="7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700"/>
              <a:buFont typeface="Arial"/>
              <a:buNone/>
              <a:defRPr b="0" i="0" sz="7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700"/>
              <a:buFont typeface="Arial"/>
              <a:buNone/>
              <a:defRPr b="0" i="0" sz="7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700"/>
              <a:buFont typeface="Arial"/>
              <a:buNone/>
              <a:defRPr b="0" i="0" sz="7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700"/>
              <a:buFont typeface="Arial"/>
              <a:buNone/>
              <a:defRPr b="0" i="0" sz="7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700"/>
              <a:buFont typeface="Arial"/>
              <a:buNone/>
              <a:defRPr b="0" i="0" sz="7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700"/>
              <a:buFont typeface="Arial"/>
              <a:buNone/>
              <a:defRPr b="0" i="0" sz="7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700"/>
              <a:buFont typeface="Arial"/>
              <a:buNone/>
              <a:defRPr b="0" i="0" sz="700" u="none" cap="none" strike="noStrike">
                <a:solidFill>
                  <a:srgbClr val="000000"/>
                </a:solidFill>
                <a:latin typeface="Arial"/>
                <a:ea typeface="Arial"/>
                <a:cs typeface="Arial"/>
                <a:sym typeface="Arial"/>
              </a:defRPr>
            </a:lvl9pPr>
          </a:lstStyle>
          <a:p/>
        </p:txBody>
      </p:sp>
      <p:sp>
        <p:nvSpPr>
          <p:cNvPr id="38" name="Google Shape;38;p5"/>
          <p:cNvSpPr txBox="1"/>
          <p:nvPr>
            <p:ph idx="12" type="sldNum"/>
          </p:nvPr>
        </p:nvSpPr>
        <p:spPr>
          <a:xfrm>
            <a:off x="6583680" y="5314950"/>
            <a:ext cx="2103000" cy="1077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700"/>
              <a:buFont typeface="Arial"/>
              <a:buNone/>
              <a:defRPr b="0" i="0" sz="700" u="none" cap="none" strike="noStrike">
                <a:solidFill>
                  <a:srgbClr val="888888"/>
                </a:solidFill>
                <a:latin typeface="Lato"/>
                <a:ea typeface="Lato"/>
                <a:cs typeface="Lato"/>
                <a:sym typeface="Lato"/>
              </a:defRPr>
            </a:lvl1pPr>
            <a:lvl2pPr indent="0" lvl="1" marL="0" marR="0" algn="r">
              <a:lnSpc>
                <a:spcPct val="100000"/>
              </a:lnSpc>
              <a:spcBef>
                <a:spcPts val="0"/>
              </a:spcBef>
              <a:spcAft>
                <a:spcPts val="0"/>
              </a:spcAft>
              <a:buClr>
                <a:srgbClr val="000000"/>
              </a:buClr>
              <a:buSzPts val="700"/>
              <a:buFont typeface="Arial"/>
              <a:buNone/>
              <a:defRPr b="0" i="0" sz="700" u="none" cap="none" strike="noStrike">
                <a:solidFill>
                  <a:srgbClr val="888888"/>
                </a:solidFill>
                <a:latin typeface="Lato"/>
                <a:ea typeface="Lato"/>
                <a:cs typeface="Lato"/>
                <a:sym typeface="Lato"/>
              </a:defRPr>
            </a:lvl2pPr>
            <a:lvl3pPr indent="0" lvl="2" marL="0" marR="0" algn="r">
              <a:lnSpc>
                <a:spcPct val="100000"/>
              </a:lnSpc>
              <a:spcBef>
                <a:spcPts val="0"/>
              </a:spcBef>
              <a:spcAft>
                <a:spcPts val="0"/>
              </a:spcAft>
              <a:buClr>
                <a:srgbClr val="000000"/>
              </a:buClr>
              <a:buSzPts val="700"/>
              <a:buFont typeface="Arial"/>
              <a:buNone/>
              <a:defRPr b="0" i="0" sz="700" u="none" cap="none" strike="noStrike">
                <a:solidFill>
                  <a:srgbClr val="888888"/>
                </a:solidFill>
                <a:latin typeface="Lato"/>
                <a:ea typeface="Lato"/>
                <a:cs typeface="Lato"/>
                <a:sym typeface="Lato"/>
              </a:defRPr>
            </a:lvl3pPr>
            <a:lvl4pPr indent="0" lvl="3" marL="0" marR="0" algn="r">
              <a:lnSpc>
                <a:spcPct val="100000"/>
              </a:lnSpc>
              <a:spcBef>
                <a:spcPts val="0"/>
              </a:spcBef>
              <a:spcAft>
                <a:spcPts val="0"/>
              </a:spcAft>
              <a:buClr>
                <a:srgbClr val="000000"/>
              </a:buClr>
              <a:buSzPts val="700"/>
              <a:buFont typeface="Arial"/>
              <a:buNone/>
              <a:defRPr b="0" i="0" sz="700" u="none" cap="none" strike="noStrike">
                <a:solidFill>
                  <a:srgbClr val="888888"/>
                </a:solidFill>
                <a:latin typeface="Lato"/>
                <a:ea typeface="Lato"/>
                <a:cs typeface="Lato"/>
                <a:sym typeface="Lato"/>
              </a:defRPr>
            </a:lvl4pPr>
            <a:lvl5pPr indent="0" lvl="4" marL="0" marR="0" algn="r">
              <a:lnSpc>
                <a:spcPct val="100000"/>
              </a:lnSpc>
              <a:spcBef>
                <a:spcPts val="0"/>
              </a:spcBef>
              <a:spcAft>
                <a:spcPts val="0"/>
              </a:spcAft>
              <a:buClr>
                <a:srgbClr val="000000"/>
              </a:buClr>
              <a:buSzPts val="700"/>
              <a:buFont typeface="Arial"/>
              <a:buNone/>
              <a:defRPr b="0" i="0" sz="700" u="none" cap="none" strike="noStrike">
                <a:solidFill>
                  <a:srgbClr val="888888"/>
                </a:solidFill>
                <a:latin typeface="Lato"/>
                <a:ea typeface="Lato"/>
                <a:cs typeface="Lato"/>
                <a:sym typeface="Lato"/>
              </a:defRPr>
            </a:lvl5pPr>
            <a:lvl6pPr indent="0" lvl="5" marL="0" marR="0" algn="r">
              <a:lnSpc>
                <a:spcPct val="100000"/>
              </a:lnSpc>
              <a:spcBef>
                <a:spcPts val="0"/>
              </a:spcBef>
              <a:spcAft>
                <a:spcPts val="0"/>
              </a:spcAft>
              <a:buClr>
                <a:srgbClr val="000000"/>
              </a:buClr>
              <a:buSzPts val="700"/>
              <a:buFont typeface="Arial"/>
              <a:buNone/>
              <a:defRPr b="0" i="0" sz="700" u="none" cap="none" strike="noStrike">
                <a:solidFill>
                  <a:srgbClr val="888888"/>
                </a:solidFill>
                <a:latin typeface="Lato"/>
                <a:ea typeface="Lato"/>
                <a:cs typeface="Lato"/>
                <a:sym typeface="Lato"/>
              </a:defRPr>
            </a:lvl6pPr>
            <a:lvl7pPr indent="0" lvl="6" marL="0" marR="0" algn="r">
              <a:lnSpc>
                <a:spcPct val="100000"/>
              </a:lnSpc>
              <a:spcBef>
                <a:spcPts val="0"/>
              </a:spcBef>
              <a:spcAft>
                <a:spcPts val="0"/>
              </a:spcAft>
              <a:buClr>
                <a:srgbClr val="000000"/>
              </a:buClr>
              <a:buSzPts val="700"/>
              <a:buFont typeface="Arial"/>
              <a:buNone/>
              <a:defRPr b="0" i="0" sz="700" u="none" cap="none" strike="noStrike">
                <a:solidFill>
                  <a:srgbClr val="888888"/>
                </a:solidFill>
                <a:latin typeface="Lato"/>
                <a:ea typeface="Lato"/>
                <a:cs typeface="Lato"/>
                <a:sym typeface="Lato"/>
              </a:defRPr>
            </a:lvl7pPr>
            <a:lvl8pPr indent="0" lvl="7" marL="0" marR="0" algn="r">
              <a:lnSpc>
                <a:spcPct val="100000"/>
              </a:lnSpc>
              <a:spcBef>
                <a:spcPts val="0"/>
              </a:spcBef>
              <a:spcAft>
                <a:spcPts val="0"/>
              </a:spcAft>
              <a:buClr>
                <a:srgbClr val="000000"/>
              </a:buClr>
              <a:buSzPts val="700"/>
              <a:buFont typeface="Arial"/>
              <a:buNone/>
              <a:defRPr b="0" i="0" sz="700" u="none" cap="none" strike="noStrike">
                <a:solidFill>
                  <a:srgbClr val="888888"/>
                </a:solidFill>
                <a:latin typeface="Lato"/>
                <a:ea typeface="Lato"/>
                <a:cs typeface="Lato"/>
                <a:sym typeface="Lato"/>
              </a:defRPr>
            </a:lvl8pPr>
            <a:lvl9pPr indent="0" lvl="8" marL="0" marR="0" algn="r">
              <a:lnSpc>
                <a:spcPct val="100000"/>
              </a:lnSpc>
              <a:spcBef>
                <a:spcPts val="0"/>
              </a:spcBef>
              <a:spcAft>
                <a:spcPts val="0"/>
              </a:spcAft>
              <a:buClr>
                <a:srgbClr val="000000"/>
              </a:buClr>
              <a:buSzPts val="700"/>
              <a:buFont typeface="Arial"/>
              <a:buNone/>
              <a:defRPr b="0" i="0" sz="700" u="none" cap="none" strike="noStrike">
                <a:solidFill>
                  <a:srgbClr val="888888"/>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solidFill>
                <a:schemeClr val="lt1"/>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showMasterSp="0">
  <p:cSld name="Blank">
    <p:bg>
      <p:bgPr>
        <a:solidFill>
          <a:schemeClr val="lt1"/>
        </a:solidFill>
      </p:bgPr>
    </p:bg>
    <p:spTree>
      <p:nvGrpSpPr>
        <p:cNvPr id="39" name="Shape 39"/>
        <p:cNvGrpSpPr/>
        <p:nvPr/>
      </p:nvGrpSpPr>
      <p:grpSpPr>
        <a:xfrm>
          <a:off x="0" y="0"/>
          <a:ext cx="0" cy="0"/>
          <a:chOff x="0" y="0"/>
          <a:chExt cx="0" cy="0"/>
        </a:xfrm>
      </p:grpSpPr>
      <p:sp>
        <p:nvSpPr>
          <p:cNvPr id="40" name="Google Shape;40;p6"/>
          <p:cNvSpPr/>
          <p:nvPr/>
        </p:nvSpPr>
        <p:spPr>
          <a:xfrm>
            <a:off x="7572005" y="5208371"/>
            <a:ext cx="272415" cy="304495"/>
          </a:xfrm>
          <a:custGeom>
            <a:rect b="b" l="l" r="r" t="t"/>
            <a:pathLst>
              <a:path extrusionOk="0" h="548640" w="544830">
                <a:moveTo>
                  <a:pt x="544321" y="0"/>
                </a:moveTo>
                <a:lnTo>
                  <a:pt x="0" y="0"/>
                </a:lnTo>
                <a:lnTo>
                  <a:pt x="0" y="548580"/>
                </a:lnTo>
                <a:lnTo>
                  <a:pt x="544321" y="548580"/>
                </a:lnTo>
                <a:lnTo>
                  <a:pt x="544321" y="0"/>
                </a:lnTo>
                <a:close/>
              </a:path>
            </a:pathLst>
          </a:custGeom>
          <a:solidFill>
            <a:srgbClr val="DCCAB6"/>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41" name="Google Shape;41;p6"/>
          <p:cNvSpPr/>
          <p:nvPr/>
        </p:nvSpPr>
        <p:spPr>
          <a:xfrm>
            <a:off x="7074829" y="5208371"/>
            <a:ext cx="274320" cy="304495"/>
          </a:xfrm>
          <a:custGeom>
            <a:rect b="b" l="l" r="r" t="t"/>
            <a:pathLst>
              <a:path extrusionOk="0" h="548640" w="548640">
                <a:moveTo>
                  <a:pt x="548640" y="0"/>
                </a:moveTo>
                <a:lnTo>
                  <a:pt x="0" y="0"/>
                </a:lnTo>
                <a:lnTo>
                  <a:pt x="0" y="548580"/>
                </a:lnTo>
                <a:lnTo>
                  <a:pt x="274320" y="548580"/>
                </a:lnTo>
                <a:lnTo>
                  <a:pt x="548640" y="548580"/>
                </a:lnTo>
                <a:lnTo>
                  <a:pt x="548640" y="0"/>
                </a:lnTo>
                <a:close/>
              </a:path>
            </a:pathLst>
          </a:custGeom>
          <a:solidFill>
            <a:srgbClr val="DCCAB6"/>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42" name="Google Shape;42;p6"/>
          <p:cNvSpPr/>
          <p:nvPr/>
        </p:nvSpPr>
        <p:spPr>
          <a:xfrm>
            <a:off x="6578032" y="5208371"/>
            <a:ext cx="274320" cy="304495"/>
          </a:xfrm>
          <a:custGeom>
            <a:rect b="b" l="l" r="r" t="t"/>
            <a:pathLst>
              <a:path extrusionOk="0" h="548640" w="548640">
                <a:moveTo>
                  <a:pt x="548640" y="0"/>
                </a:moveTo>
                <a:lnTo>
                  <a:pt x="0" y="0"/>
                </a:lnTo>
                <a:lnTo>
                  <a:pt x="0" y="548580"/>
                </a:lnTo>
                <a:lnTo>
                  <a:pt x="274320" y="548580"/>
                </a:lnTo>
                <a:lnTo>
                  <a:pt x="548640" y="548580"/>
                </a:lnTo>
                <a:lnTo>
                  <a:pt x="548640" y="0"/>
                </a:lnTo>
                <a:close/>
              </a:path>
            </a:pathLst>
          </a:custGeom>
          <a:solidFill>
            <a:srgbClr val="DCCAB6"/>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43" name="Google Shape;43;p6"/>
          <p:cNvSpPr/>
          <p:nvPr/>
        </p:nvSpPr>
        <p:spPr>
          <a:xfrm>
            <a:off x="0" y="1472"/>
            <a:ext cx="4547870" cy="5708580"/>
          </a:xfrm>
          <a:custGeom>
            <a:rect b="b" l="l" r="r" t="t"/>
            <a:pathLst>
              <a:path extrusionOk="0" h="10285730" w="9095740">
                <a:moveTo>
                  <a:pt x="0" y="0"/>
                </a:moveTo>
                <a:lnTo>
                  <a:pt x="0" y="10285108"/>
                </a:lnTo>
                <a:lnTo>
                  <a:pt x="6348576" y="10285108"/>
                </a:lnTo>
                <a:lnTo>
                  <a:pt x="9095739" y="6247717"/>
                </a:lnTo>
                <a:lnTo>
                  <a:pt x="9095739" y="6240188"/>
                </a:lnTo>
                <a:lnTo>
                  <a:pt x="0" y="0"/>
                </a:lnTo>
                <a:close/>
              </a:path>
            </a:pathLst>
          </a:custGeom>
          <a:solidFill>
            <a:srgbClr val="DCCAB6"/>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44" name="Google Shape;44;p6"/>
          <p:cNvSpPr txBox="1"/>
          <p:nvPr>
            <p:ph idx="11" type="ftr"/>
          </p:nvPr>
        </p:nvSpPr>
        <p:spPr>
          <a:xfrm>
            <a:off x="3108960" y="5314950"/>
            <a:ext cx="2926200" cy="285600"/>
          </a:xfrm>
          <a:prstGeom prst="rect">
            <a:avLst/>
          </a:prstGeom>
          <a:noFill/>
          <a:ln>
            <a:noFill/>
          </a:ln>
        </p:spPr>
        <p:txBody>
          <a:bodyPr anchorCtr="0" anchor="t" bIns="0" lIns="0" spcFirstLastPara="1" rIns="0" wrap="square" tIns="0">
            <a:sp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45" name="Google Shape;45;p6"/>
          <p:cNvSpPr txBox="1"/>
          <p:nvPr>
            <p:ph idx="10" type="dt"/>
          </p:nvPr>
        </p:nvSpPr>
        <p:spPr>
          <a:xfrm>
            <a:off x="457200" y="5314950"/>
            <a:ext cx="2103000" cy="2856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46" name="Google Shape;46;p6"/>
          <p:cNvSpPr txBox="1"/>
          <p:nvPr>
            <p:ph idx="12" type="sldNum"/>
          </p:nvPr>
        </p:nvSpPr>
        <p:spPr>
          <a:xfrm>
            <a:off x="6583680" y="5314950"/>
            <a:ext cx="2103000" cy="153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solidFill>
                <a:schemeClr val="lt1"/>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p:cSld name="Title Slide">
    <p:bg>
      <p:bgPr>
        <a:solidFill>
          <a:schemeClr val="lt1"/>
        </a:solidFill>
      </p:bgPr>
    </p:bg>
    <p:spTree>
      <p:nvGrpSpPr>
        <p:cNvPr id="47" name="Shape 47"/>
        <p:cNvGrpSpPr/>
        <p:nvPr/>
      </p:nvGrpSpPr>
      <p:grpSpPr>
        <a:xfrm>
          <a:off x="0" y="0"/>
          <a:ext cx="0" cy="0"/>
          <a:chOff x="0" y="0"/>
          <a:chExt cx="0" cy="0"/>
        </a:xfrm>
      </p:grpSpPr>
      <p:sp>
        <p:nvSpPr>
          <p:cNvPr id="48" name="Google Shape;48;p7"/>
          <p:cNvSpPr/>
          <p:nvPr/>
        </p:nvSpPr>
        <p:spPr>
          <a:xfrm>
            <a:off x="8258827" y="0"/>
            <a:ext cx="863600" cy="1376924"/>
          </a:xfrm>
          <a:custGeom>
            <a:rect b="b" l="l" r="r" t="t"/>
            <a:pathLst>
              <a:path extrusionOk="0" h="2480945" w="1727200">
                <a:moveTo>
                  <a:pt x="1715710" y="0"/>
                </a:moveTo>
                <a:lnTo>
                  <a:pt x="0" y="0"/>
                </a:lnTo>
                <a:lnTo>
                  <a:pt x="1727122" y="2480606"/>
                </a:lnTo>
                <a:lnTo>
                  <a:pt x="1727122" y="2013808"/>
                </a:lnTo>
                <a:lnTo>
                  <a:pt x="1715710" y="0"/>
                </a:lnTo>
                <a:close/>
              </a:path>
            </a:pathLst>
          </a:custGeom>
          <a:solidFill>
            <a:srgbClr val="DCCAB6"/>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49" name="Google Shape;49;p7"/>
          <p:cNvSpPr/>
          <p:nvPr/>
        </p:nvSpPr>
        <p:spPr>
          <a:xfrm>
            <a:off x="378358" y="4167912"/>
            <a:ext cx="639128" cy="709431"/>
          </a:xfrm>
          <a:custGeom>
            <a:rect b="b" l="l" r="r" t="t"/>
            <a:pathLst>
              <a:path extrusionOk="0" h="1278254" w="1278255">
                <a:moveTo>
                  <a:pt x="639312" y="1277912"/>
                </a:moveTo>
                <a:lnTo>
                  <a:pt x="0" y="1277912"/>
                </a:lnTo>
                <a:lnTo>
                  <a:pt x="0" y="0"/>
                </a:lnTo>
                <a:lnTo>
                  <a:pt x="1277907" y="0"/>
                </a:lnTo>
                <a:lnTo>
                  <a:pt x="1277907" y="1277912"/>
                </a:lnTo>
                <a:lnTo>
                  <a:pt x="639312" y="1277912"/>
                </a:lnTo>
                <a:close/>
              </a:path>
            </a:pathLst>
          </a:custGeom>
          <a:noFill/>
          <a:ln cap="flat" cmpd="sng" w="152625">
            <a:solidFill>
              <a:srgbClr val="DCCAB6"/>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50" name="Google Shape;50;p7"/>
          <p:cNvSpPr txBox="1"/>
          <p:nvPr>
            <p:ph type="ctrTitle"/>
          </p:nvPr>
        </p:nvSpPr>
        <p:spPr>
          <a:xfrm>
            <a:off x="777011" y="197661"/>
            <a:ext cx="3991200" cy="5214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2800"/>
              <a:buNone/>
              <a:defRPr b="0" i="0" sz="1600">
                <a:solidFill>
                  <a:schemeClr val="dk1"/>
                </a:solidFill>
                <a:latin typeface="Lucida Sans"/>
                <a:ea typeface="Lucida Sans"/>
                <a:cs typeface="Lucida Sans"/>
                <a:sym typeface="Lucida Sans"/>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1" name="Google Shape;51;p7"/>
          <p:cNvSpPr txBox="1"/>
          <p:nvPr>
            <p:ph idx="1" type="subTitle"/>
          </p:nvPr>
        </p:nvSpPr>
        <p:spPr>
          <a:xfrm>
            <a:off x="1371600" y="3200400"/>
            <a:ext cx="6400800" cy="1428600"/>
          </a:xfrm>
          <a:prstGeom prst="rect">
            <a:avLst/>
          </a:prstGeom>
          <a:noFill/>
          <a:ln>
            <a:noFill/>
          </a:ln>
        </p:spPr>
        <p:txBody>
          <a:bodyPr anchorCtr="0" anchor="t" bIns="0" lIns="0" spcFirstLastPara="1" rIns="0" wrap="square" tIns="0">
            <a:spAutoFit/>
          </a:bodyPr>
          <a:lstStyle>
            <a:lvl1pPr lvl="0" algn="l">
              <a:lnSpc>
                <a:spcPct val="115000"/>
              </a:lnSpc>
              <a:spcBef>
                <a:spcPts val="0"/>
              </a:spcBef>
              <a:spcAft>
                <a:spcPts val="0"/>
              </a:spcAft>
              <a:buSzPts val="1300"/>
              <a:buNone/>
              <a:defRPr b="0" i="0" sz="1800">
                <a:solidFill>
                  <a:schemeClr val="dk1"/>
                </a:solidFill>
                <a:latin typeface="Lucida Sans"/>
                <a:ea typeface="Lucida Sans"/>
                <a:cs typeface="Lucida Sans"/>
                <a:sym typeface="Lucida Sans"/>
              </a:defRPr>
            </a:lvl1pPr>
            <a:lvl2pPr lvl="1" algn="l">
              <a:lnSpc>
                <a:spcPct val="115000"/>
              </a:lnSpc>
              <a:spcBef>
                <a:spcPts val="1200"/>
              </a:spcBef>
              <a:spcAft>
                <a:spcPts val="0"/>
              </a:spcAft>
              <a:buSzPts val="1100"/>
              <a:buNone/>
              <a:defRPr/>
            </a:lvl2pPr>
            <a:lvl3pPr lvl="2" algn="l">
              <a:lnSpc>
                <a:spcPct val="115000"/>
              </a:lnSpc>
              <a:spcBef>
                <a:spcPts val="1200"/>
              </a:spcBef>
              <a:spcAft>
                <a:spcPts val="0"/>
              </a:spcAft>
              <a:buSzPts val="1100"/>
              <a:buNone/>
              <a:defRPr/>
            </a:lvl3pPr>
            <a:lvl4pPr lvl="3" algn="l">
              <a:lnSpc>
                <a:spcPct val="115000"/>
              </a:lnSpc>
              <a:spcBef>
                <a:spcPts val="1200"/>
              </a:spcBef>
              <a:spcAft>
                <a:spcPts val="0"/>
              </a:spcAft>
              <a:buSzPts val="1100"/>
              <a:buNone/>
              <a:defRPr/>
            </a:lvl4pPr>
            <a:lvl5pPr lvl="4" algn="l">
              <a:lnSpc>
                <a:spcPct val="115000"/>
              </a:lnSpc>
              <a:spcBef>
                <a:spcPts val="1200"/>
              </a:spcBef>
              <a:spcAft>
                <a:spcPts val="0"/>
              </a:spcAft>
              <a:buSzPts val="1100"/>
              <a:buNone/>
              <a:defRPr/>
            </a:lvl5pPr>
            <a:lvl6pPr lvl="5" algn="l">
              <a:lnSpc>
                <a:spcPct val="115000"/>
              </a:lnSpc>
              <a:spcBef>
                <a:spcPts val="1200"/>
              </a:spcBef>
              <a:spcAft>
                <a:spcPts val="0"/>
              </a:spcAft>
              <a:buSzPts val="1100"/>
              <a:buNone/>
              <a:defRPr/>
            </a:lvl6pPr>
            <a:lvl7pPr lvl="6" algn="l">
              <a:lnSpc>
                <a:spcPct val="115000"/>
              </a:lnSpc>
              <a:spcBef>
                <a:spcPts val="1200"/>
              </a:spcBef>
              <a:spcAft>
                <a:spcPts val="0"/>
              </a:spcAft>
              <a:buSzPts val="1100"/>
              <a:buNone/>
              <a:defRPr/>
            </a:lvl7pPr>
            <a:lvl8pPr lvl="7" algn="l">
              <a:lnSpc>
                <a:spcPct val="115000"/>
              </a:lnSpc>
              <a:spcBef>
                <a:spcPts val="1200"/>
              </a:spcBef>
              <a:spcAft>
                <a:spcPts val="0"/>
              </a:spcAft>
              <a:buSzPts val="1100"/>
              <a:buNone/>
              <a:defRPr/>
            </a:lvl8pPr>
            <a:lvl9pPr lvl="8" algn="l">
              <a:lnSpc>
                <a:spcPct val="115000"/>
              </a:lnSpc>
              <a:spcBef>
                <a:spcPts val="1200"/>
              </a:spcBef>
              <a:spcAft>
                <a:spcPts val="1200"/>
              </a:spcAft>
              <a:buSzPts val="1100"/>
              <a:buNone/>
              <a:defRPr/>
            </a:lvl9pPr>
          </a:lstStyle>
          <a:p/>
        </p:txBody>
      </p:sp>
      <p:sp>
        <p:nvSpPr>
          <p:cNvPr id="52" name="Google Shape;52;p7"/>
          <p:cNvSpPr txBox="1"/>
          <p:nvPr>
            <p:ph idx="11" type="ftr"/>
          </p:nvPr>
        </p:nvSpPr>
        <p:spPr>
          <a:xfrm>
            <a:off x="3108960" y="5314950"/>
            <a:ext cx="2926200" cy="285600"/>
          </a:xfrm>
          <a:prstGeom prst="rect">
            <a:avLst/>
          </a:prstGeom>
          <a:noFill/>
          <a:ln>
            <a:noFill/>
          </a:ln>
        </p:spPr>
        <p:txBody>
          <a:bodyPr anchorCtr="0" anchor="t" bIns="0" lIns="0" spcFirstLastPara="1" rIns="0" wrap="square" tIns="0">
            <a:sp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53" name="Google Shape;53;p7"/>
          <p:cNvSpPr txBox="1"/>
          <p:nvPr>
            <p:ph idx="10" type="dt"/>
          </p:nvPr>
        </p:nvSpPr>
        <p:spPr>
          <a:xfrm>
            <a:off x="457200" y="5314950"/>
            <a:ext cx="2103000" cy="2856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54" name="Google Shape;54;p7"/>
          <p:cNvSpPr txBox="1"/>
          <p:nvPr>
            <p:ph idx="12" type="sldNum"/>
          </p:nvPr>
        </p:nvSpPr>
        <p:spPr>
          <a:xfrm>
            <a:off x="6583680" y="5314950"/>
            <a:ext cx="2103000" cy="153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solidFill>
                <a:schemeClr val="lt1"/>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5" name="Shape 55"/>
        <p:cNvGrpSpPr/>
        <p:nvPr/>
      </p:nvGrpSpPr>
      <p:grpSpPr>
        <a:xfrm>
          <a:off x="0" y="0"/>
          <a:ext cx="0" cy="0"/>
          <a:chOff x="0" y="0"/>
          <a:chExt cx="0" cy="0"/>
        </a:xfrm>
      </p:grpSpPr>
      <p:grpSp>
        <p:nvGrpSpPr>
          <p:cNvPr id="56" name="Google Shape;56;p8"/>
          <p:cNvGrpSpPr/>
          <p:nvPr/>
        </p:nvGrpSpPr>
        <p:grpSpPr>
          <a:xfrm>
            <a:off x="0" y="423331"/>
            <a:ext cx="1037850" cy="1129198"/>
            <a:chOff x="0" y="381001"/>
            <a:chExt cx="1037850" cy="1016288"/>
          </a:xfrm>
        </p:grpSpPr>
        <p:sp>
          <p:nvSpPr>
            <p:cNvPr id="57" name="Google Shape;57;p8"/>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 name="Google Shape;58;p8"/>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9" name="Google Shape;59;p8"/>
          <p:cNvSpPr txBox="1"/>
          <p:nvPr>
            <p:ph type="title"/>
          </p:nvPr>
        </p:nvSpPr>
        <p:spPr>
          <a:xfrm>
            <a:off x="1297500" y="437500"/>
            <a:ext cx="3798900" cy="16590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60" name="Google Shape;60;p8"/>
          <p:cNvSpPr txBox="1"/>
          <p:nvPr>
            <p:ph idx="1" type="body"/>
          </p:nvPr>
        </p:nvSpPr>
        <p:spPr>
          <a:xfrm>
            <a:off x="1297500" y="2191722"/>
            <a:ext cx="3798900" cy="26844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61" name="Google Shape;61;p8"/>
          <p:cNvSpPr txBox="1"/>
          <p:nvPr>
            <p:ph idx="12" type="sldNum"/>
          </p:nvPr>
        </p:nvSpPr>
        <p:spPr>
          <a:xfrm>
            <a:off x="8472458" y="5181352"/>
            <a:ext cx="548700" cy="4374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2" name="Shape 62"/>
        <p:cNvGrpSpPr/>
        <p:nvPr/>
      </p:nvGrpSpPr>
      <p:grpSpPr>
        <a:xfrm>
          <a:off x="0" y="0"/>
          <a:ext cx="0" cy="0"/>
          <a:chOff x="0" y="0"/>
          <a:chExt cx="0" cy="0"/>
        </a:xfrm>
      </p:grpSpPr>
      <p:grpSp>
        <p:nvGrpSpPr>
          <p:cNvPr id="63" name="Google Shape;63;p9"/>
          <p:cNvGrpSpPr/>
          <p:nvPr/>
        </p:nvGrpSpPr>
        <p:grpSpPr>
          <a:xfrm>
            <a:off x="4406400" y="0"/>
            <a:ext cx="4737600" cy="5714459"/>
            <a:chOff x="4406400" y="0"/>
            <a:chExt cx="4737600" cy="5143065"/>
          </a:xfrm>
        </p:grpSpPr>
        <p:sp>
          <p:nvSpPr>
            <p:cNvPr id="64" name="Google Shape;64;p9"/>
            <p:cNvSpPr/>
            <p:nvPr/>
          </p:nvSpPr>
          <p:spPr>
            <a:xfrm rot="5400000">
              <a:off x="4408200" y="-1800"/>
              <a:ext cx="4734000" cy="4737600"/>
            </a:xfrm>
            <a:prstGeom prst="diagStripe">
              <a:avLst>
                <a:gd fmla="val 49469" name="adj"/>
              </a:avLst>
            </a:prstGeom>
            <a:solidFill>
              <a:schemeClr val="lt1">
                <a:alpha val="313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9"/>
            <p:cNvSpPr/>
            <p:nvPr/>
          </p:nvSpPr>
          <p:spPr>
            <a:xfrm rot="5400000">
              <a:off x="4841125" y="5700"/>
              <a:ext cx="4298100" cy="4286700"/>
            </a:xfrm>
            <a:prstGeom prst="diagStripe">
              <a:avLst>
                <a:gd fmla="val 0" name="adj"/>
              </a:avLst>
            </a:prstGeom>
            <a:solidFill>
              <a:schemeClr val="lt1">
                <a:alpha val="313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9"/>
            <p:cNvSpPr/>
            <p:nvPr/>
          </p:nvSpPr>
          <p:spPr>
            <a:xfrm rot="-5400000">
              <a:off x="5618399" y="1236468"/>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9"/>
            <p:cNvSpPr/>
            <p:nvPr/>
          </p:nvSpPr>
          <p:spPr>
            <a:xfrm flipH="1">
              <a:off x="5849857" y="1443956"/>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 name="Google Shape;68;p9"/>
            <p:cNvSpPr/>
            <p:nvPr/>
          </p:nvSpPr>
          <p:spPr>
            <a:xfrm rot="-5400000">
              <a:off x="5987081" y="2469465"/>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 name="Google Shape;69;p9"/>
            <p:cNvSpPr/>
            <p:nvPr/>
          </p:nvSpPr>
          <p:spPr>
            <a:xfrm flipH="1">
              <a:off x="6222115" y="2676953"/>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 name="Google Shape;70;p9"/>
            <p:cNvSpPr/>
            <p:nvPr/>
          </p:nvSpPr>
          <p:spPr>
            <a:xfrm rot="-5400000">
              <a:off x="6675341" y="1862018"/>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 name="Google Shape;71;p9"/>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9"/>
            <p:cNvSpPr/>
            <p:nvPr/>
          </p:nvSpPr>
          <p:spPr>
            <a:xfrm rot="-5400000">
              <a:off x="6861141" y="2477810"/>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9"/>
            <p:cNvSpPr/>
            <p:nvPr/>
          </p:nvSpPr>
          <p:spPr>
            <a:xfrm flipH="1">
              <a:off x="7965266" y="2692963"/>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 name="Google Shape;74;p9"/>
            <p:cNvSpPr/>
            <p:nvPr/>
          </p:nvSpPr>
          <p:spPr>
            <a:xfrm flipH="1">
              <a:off x="8145082" y="3308755"/>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9"/>
            <p:cNvSpPr/>
            <p:nvPr/>
          </p:nvSpPr>
          <p:spPr>
            <a:xfrm rot="-5400000">
              <a:off x="7047599" y="3095015"/>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9"/>
            <p:cNvSpPr/>
            <p:nvPr/>
          </p:nvSpPr>
          <p:spPr>
            <a:xfrm flipH="1">
              <a:off x="7276649" y="3302502"/>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p9"/>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 name="Google Shape;78;p9"/>
            <p:cNvSpPr/>
            <p:nvPr/>
          </p:nvSpPr>
          <p:spPr>
            <a:xfrm flipH="1">
              <a:off x="7462448" y="3918294"/>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 name="Google Shape;79;p9"/>
            <p:cNvSpPr/>
            <p:nvPr/>
          </p:nvSpPr>
          <p:spPr>
            <a:xfrm rot="-5400000">
              <a:off x="8102491" y="3718473"/>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 name="Google Shape;80;p9"/>
            <p:cNvSpPr/>
            <p:nvPr/>
          </p:nvSpPr>
          <p:spPr>
            <a:xfrm flipH="1">
              <a:off x="8334533" y="3925960"/>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 name="Google Shape;81;p9"/>
            <p:cNvSpPr/>
            <p:nvPr/>
          </p:nvSpPr>
          <p:spPr>
            <a:xfrm rot="-5400000">
              <a:off x="8288290" y="4334265"/>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2" name="Google Shape;82;p9"/>
          <p:cNvSpPr txBox="1"/>
          <p:nvPr>
            <p:ph type="title"/>
          </p:nvPr>
        </p:nvSpPr>
        <p:spPr>
          <a:xfrm>
            <a:off x="823850" y="2281111"/>
            <a:ext cx="4587000" cy="12762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83" name="Google Shape;83;p9"/>
          <p:cNvSpPr txBox="1"/>
          <p:nvPr>
            <p:ph idx="12" type="sldNum"/>
          </p:nvPr>
        </p:nvSpPr>
        <p:spPr>
          <a:xfrm>
            <a:off x="8472458" y="5181352"/>
            <a:ext cx="548700" cy="4374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84" name="Shape 84"/>
        <p:cNvGrpSpPr/>
        <p:nvPr/>
      </p:nvGrpSpPr>
      <p:grpSpPr>
        <a:xfrm>
          <a:off x="0" y="0"/>
          <a:ext cx="0" cy="0"/>
          <a:chOff x="0" y="0"/>
          <a:chExt cx="0" cy="0"/>
        </a:xfrm>
      </p:grpSpPr>
      <p:grpSp>
        <p:nvGrpSpPr>
          <p:cNvPr id="85" name="Google Shape;85;p10"/>
          <p:cNvGrpSpPr/>
          <p:nvPr/>
        </p:nvGrpSpPr>
        <p:grpSpPr>
          <a:xfrm>
            <a:off x="0" y="423331"/>
            <a:ext cx="1037850" cy="1129198"/>
            <a:chOff x="0" y="381001"/>
            <a:chExt cx="1037850" cy="1016288"/>
          </a:xfrm>
        </p:grpSpPr>
        <p:sp>
          <p:nvSpPr>
            <p:cNvPr id="86" name="Google Shape;86;p10"/>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p10"/>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8" name="Google Shape;88;p10"/>
          <p:cNvSpPr txBox="1"/>
          <p:nvPr>
            <p:ph type="title"/>
          </p:nvPr>
        </p:nvSpPr>
        <p:spPr>
          <a:xfrm>
            <a:off x="1297500" y="437500"/>
            <a:ext cx="7038900" cy="10158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89" name="Google Shape;89;p10"/>
          <p:cNvSpPr txBox="1"/>
          <p:nvPr>
            <p:ph idx="1" type="body"/>
          </p:nvPr>
        </p:nvSpPr>
        <p:spPr>
          <a:xfrm>
            <a:off x="1297500" y="1741722"/>
            <a:ext cx="3403200" cy="32346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90" name="Google Shape;90;p10"/>
          <p:cNvSpPr txBox="1"/>
          <p:nvPr>
            <p:ph idx="2" type="body"/>
          </p:nvPr>
        </p:nvSpPr>
        <p:spPr>
          <a:xfrm>
            <a:off x="4933221" y="1741722"/>
            <a:ext cx="3403200" cy="32346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91" name="Google Shape;91;p10"/>
          <p:cNvSpPr txBox="1"/>
          <p:nvPr>
            <p:ph idx="12" type="sldNum"/>
          </p:nvPr>
        </p:nvSpPr>
        <p:spPr>
          <a:xfrm>
            <a:off x="8472458" y="5181352"/>
            <a:ext cx="548700" cy="4374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2" name="Shape 92"/>
        <p:cNvGrpSpPr/>
        <p:nvPr/>
      </p:nvGrpSpPr>
      <p:grpSpPr>
        <a:xfrm>
          <a:off x="0" y="0"/>
          <a:ext cx="0" cy="0"/>
          <a:chOff x="0" y="0"/>
          <a:chExt cx="0" cy="0"/>
        </a:xfrm>
      </p:grpSpPr>
      <p:grpSp>
        <p:nvGrpSpPr>
          <p:cNvPr id="93" name="Google Shape;93;p11"/>
          <p:cNvGrpSpPr/>
          <p:nvPr/>
        </p:nvGrpSpPr>
        <p:grpSpPr>
          <a:xfrm>
            <a:off x="0" y="423331"/>
            <a:ext cx="1037850" cy="1129198"/>
            <a:chOff x="0" y="381001"/>
            <a:chExt cx="1037850" cy="1016288"/>
          </a:xfrm>
        </p:grpSpPr>
        <p:sp>
          <p:nvSpPr>
            <p:cNvPr id="94" name="Google Shape;94;p11"/>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 name="Google Shape;95;p11"/>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6" name="Google Shape;96;p11"/>
          <p:cNvSpPr txBox="1"/>
          <p:nvPr>
            <p:ph type="title"/>
          </p:nvPr>
        </p:nvSpPr>
        <p:spPr>
          <a:xfrm>
            <a:off x="1297500" y="437500"/>
            <a:ext cx="7038900" cy="10158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97" name="Google Shape;97;p11"/>
          <p:cNvSpPr txBox="1"/>
          <p:nvPr>
            <p:ph idx="12" type="sldNum"/>
          </p:nvPr>
        </p:nvSpPr>
        <p:spPr>
          <a:xfrm>
            <a:off x="8472458" y="5181352"/>
            <a:ext cx="548700" cy="4374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98" name="Shape 98"/>
        <p:cNvGrpSpPr/>
        <p:nvPr/>
      </p:nvGrpSpPr>
      <p:grpSpPr>
        <a:xfrm>
          <a:off x="0" y="0"/>
          <a:ext cx="0" cy="0"/>
          <a:chOff x="0" y="0"/>
          <a:chExt cx="0" cy="0"/>
        </a:xfrm>
      </p:grpSpPr>
      <p:grpSp>
        <p:nvGrpSpPr>
          <p:cNvPr id="99" name="Google Shape;99;p12"/>
          <p:cNvGrpSpPr/>
          <p:nvPr/>
        </p:nvGrpSpPr>
        <p:grpSpPr>
          <a:xfrm>
            <a:off x="4406400" y="0"/>
            <a:ext cx="4737600" cy="5714943"/>
            <a:chOff x="4406400" y="0"/>
            <a:chExt cx="4737600" cy="5143500"/>
          </a:xfrm>
        </p:grpSpPr>
        <p:sp>
          <p:nvSpPr>
            <p:cNvPr id="100" name="Google Shape;100;p12"/>
            <p:cNvSpPr/>
            <p:nvPr/>
          </p:nvSpPr>
          <p:spPr>
            <a:xfrm rot="5400000">
              <a:off x="4407900" y="-1500"/>
              <a:ext cx="4734600" cy="4737600"/>
            </a:xfrm>
            <a:prstGeom prst="diagStripe">
              <a:avLst>
                <a:gd fmla="val 49469" name="adj"/>
              </a:avLst>
            </a:prstGeom>
            <a:solidFill>
              <a:schemeClr val="lt1">
                <a:alpha val="313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p12"/>
            <p:cNvSpPr/>
            <p:nvPr/>
          </p:nvSpPr>
          <p:spPr>
            <a:xfrm rot="5400000">
              <a:off x="4840825" y="6000"/>
              <a:ext cx="4298700" cy="4286700"/>
            </a:xfrm>
            <a:prstGeom prst="diagStripe">
              <a:avLst>
                <a:gd fmla="val 0" name="adj"/>
              </a:avLst>
            </a:prstGeom>
            <a:solidFill>
              <a:schemeClr val="lt1">
                <a:alpha val="313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 name="Google Shape;102;p12"/>
            <p:cNvSpPr/>
            <p:nvPr/>
          </p:nvSpPr>
          <p:spPr>
            <a:xfrm rot="-5400000">
              <a:off x="5618399" y="1236641"/>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 name="Google Shape;103;p12"/>
            <p:cNvSpPr/>
            <p:nvPr/>
          </p:nvSpPr>
          <p:spPr>
            <a:xfrm flipH="1">
              <a:off x="5849857" y="1444078"/>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 name="Google Shape;104;p12"/>
            <p:cNvSpPr/>
            <p:nvPr/>
          </p:nvSpPr>
          <p:spPr>
            <a:xfrm rot="-5400000">
              <a:off x="5987081" y="2469743"/>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 name="Google Shape;105;p12"/>
            <p:cNvSpPr/>
            <p:nvPr/>
          </p:nvSpPr>
          <p:spPr>
            <a:xfrm flipH="1">
              <a:off x="6222115" y="2677179"/>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 name="Google Shape;106;p12"/>
            <p:cNvSpPr/>
            <p:nvPr/>
          </p:nvSpPr>
          <p:spPr>
            <a:xfrm rot="-5400000">
              <a:off x="6675341" y="1862244"/>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 name="Google Shape;107;p12"/>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 name="Google Shape;108;p12"/>
            <p:cNvSpPr/>
            <p:nvPr/>
          </p:nvSpPr>
          <p:spPr>
            <a:xfrm rot="-5400000">
              <a:off x="6861141" y="2478088"/>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 name="Google Shape;109;p12"/>
            <p:cNvSpPr/>
            <p:nvPr/>
          </p:nvSpPr>
          <p:spPr>
            <a:xfrm flipH="1">
              <a:off x="7965266" y="2693191"/>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p12"/>
            <p:cNvSpPr/>
            <p:nvPr/>
          </p:nvSpPr>
          <p:spPr>
            <a:xfrm flipH="1">
              <a:off x="8145082" y="3309036"/>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12"/>
            <p:cNvSpPr/>
            <p:nvPr/>
          </p:nvSpPr>
          <p:spPr>
            <a:xfrm rot="-5400000">
              <a:off x="7047599" y="3095345"/>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p12"/>
            <p:cNvSpPr/>
            <p:nvPr/>
          </p:nvSpPr>
          <p:spPr>
            <a:xfrm flipH="1">
              <a:off x="7276649" y="3302781"/>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p12"/>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 name="Google Shape;114;p12"/>
            <p:cNvSpPr/>
            <p:nvPr/>
          </p:nvSpPr>
          <p:spPr>
            <a:xfrm flipH="1">
              <a:off x="7462448" y="3918625"/>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 name="Google Shape;115;p12"/>
            <p:cNvSpPr/>
            <p:nvPr/>
          </p:nvSpPr>
          <p:spPr>
            <a:xfrm rot="-5400000">
              <a:off x="8102491" y="3718856"/>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p12"/>
            <p:cNvSpPr/>
            <p:nvPr/>
          </p:nvSpPr>
          <p:spPr>
            <a:xfrm flipH="1">
              <a:off x="8334533" y="3926292"/>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p12"/>
            <p:cNvSpPr/>
            <p:nvPr/>
          </p:nvSpPr>
          <p:spPr>
            <a:xfrm rot="-5400000">
              <a:off x="8288290" y="4334700"/>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18" name="Google Shape;118;p12"/>
          <p:cNvSpPr txBox="1"/>
          <p:nvPr>
            <p:ph type="title"/>
          </p:nvPr>
        </p:nvSpPr>
        <p:spPr>
          <a:xfrm>
            <a:off x="823850" y="963083"/>
            <a:ext cx="4587000" cy="39123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9" name="Google Shape;119;p12"/>
          <p:cNvSpPr txBox="1"/>
          <p:nvPr>
            <p:ph idx="12" type="sldNum"/>
          </p:nvPr>
        </p:nvSpPr>
        <p:spPr>
          <a:xfrm>
            <a:off x="8472458" y="5181352"/>
            <a:ext cx="548700" cy="4374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0" name="Shape 120"/>
        <p:cNvGrpSpPr/>
        <p:nvPr/>
      </p:nvGrpSpPr>
      <p:grpSpPr>
        <a:xfrm>
          <a:off x="0" y="0"/>
          <a:ext cx="0" cy="0"/>
          <a:chOff x="0" y="0"/>
          <a:chExt cx="0" cy="0"/>
        </a:xfrm>
      </p:grpSpPr>
      <p:grpSp>
        <p:nvGrpSpPr>
          <p:cNvPr id="121" name="Google Shape;121;p13"/>
          <p:cNvGrpSpPr/>
          <p:nvPr/>
        </p:nvGrpSpPr>
        <p:grpSpPr>
          <a:xfrm>
            <a:off x="0" y="423331"/>
            <a:ext cx="1037850" cy="1129198"/>
            <a:chOff x="0" y="381001"/>
            <a:chExt cx="1037850" cy="1016288"/>
          </a:xfrm>
        </p:grpSpPr>
        <p:sp>
          <p:nvSpPr>
            <p:cNvPr id="122" name="Google Shape;122;p13"/>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 name="Google Shape;123;p13"/>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24" name="Google Shape;124;p13"/>
          <p:cNvSpPr txBox="1"/>
          <p:nvPr>
            <p:ph type="title"/>
          </p:nvPr>
        </p:nvSpPr>
        <p:spPr>
          <a:xfrm>
            <a:off x="1297500" y="1842583"/>
            <a:ext cx="3036300" cy="19464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125" name="Google Shape;125;p13"/>
          <p:cNvSpPr txBox="1"/>
          <p:nvPr>
            <p:ph idx="1" type="subTitle"/>
          </p:nvPr>
        </p:nvSpPr>
        <p:spPr>
          <a:xfrm>
            <a:off x="1297500" y="3931111"/>
            <a:ext cx="3036300" cy="562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300"/>
              <a:buNone/>
              <a:defRPr/>
            </a:lvl1pPr>
            <a:lvl2pPr lvl="1" algn="l">
              <a:lnSpc>
                <a:spcPct val="100000"/>
              </a:lnSpc>
              <a:spcBef>
                <a:spcPts val="0"/>
              </a:spcBef>
              <a:spcAft>
                <a:spcPts val="0"/>
              </a:spcAft>
              <a:buSzPts val="1300"/>
              <a:buNone/>
              <a:defRPr sz="1300"/>
            </a:lvl2pPr>
            <a:lvl3pPr lvl="2" algn="l">
              <a:lnSpc>
                <a:spcPct val="100000"/>
              </a:lnSpc>
              <a:spcBef>
                <a:spcPts val="0"/>
              </a:spcBef>
              <a:spcAft>
                <a:spcPts val="0"/>
              </a:spcAft>
              <a:buSzPts val="1300"/>
              <a:buNone/>
              <a:defRPr sz="1300"/>
            </a:lvl3pPr>
            <a:lvl4pPr lvl="3" algn="l">
              <a:lnSpc>
                <a:spcPct val="100000"/>
              </a:lnSpc>
              <a:spcBef>
                <a:spcPts val="0"/>
              </a:spcBef>
              <a:spcAft>
                <a:spcPts val="0"/>
              </a:spcAft>
              <a:buSzPts val="1300"/>
              <a:buNone/>
              <a:defRPr sz="1300"/>
            </a:lvl4pPr>
            <a:lvl5pPr lvl="4" algn="l">
              <a:lnSpc>
                <a:spcPct val="100000"/>
              </a:lnSpc>
              <a:spcBef>
                <a:spcPts val="0"/>
              </a:spcBef>
              <a:spcAft>
                <a:spcPts val="0"/>
              </a:spcAft>
              <a:buSzPts val="1300"/>
              <a:buNone/>
              <a:defRPr sz="1300"/>
            </a:lvl5pPr>
            <a:lvl6pPr lvl="5" algn="l">
              <a:lnSpc>
                <a:spcPct val="100000"/>
              </a:lnSpc>
              <a:spcBef>
                <a:spcPts val="0"/>
              </a:spcBef>
              <a:spcAft>
                <a:spcPts val="0"/>
              </a:spcAft>
              <a:buSzPts val="1300"/>
              <a:buNone/>
              <a:defRPr sz="1300"/>
            </a:lvl6pPr>
            <a:lvl7pPr lvl="6" algn="l">
              <a:lnSpc>
                <a:spcPct val="100000"/>
              </a:lnSpc>
              <a:spcBef>
                <a:spcPts val="0"/>
              </a:spcBef>
              <a:spcAft>
                <a:spcPts val="0"/>
              </a:spcAft>
              <a:buSzPts val="1300"/>
              <a:buNone/>
              <a:defRPr sz="1300"/>
            </a:lvl7pPr>
            <a:lvl8pPr lvl="7" algn="l">
              <a:lnSpc>
                <a:spcPct val="100000"/>
              </a:lnSpc>
              <a:spcBef>
                <a:spcPts val="0"/>
              </a:spcBef>
              <a:spcAft>
                <a:spcPts val="0"/>
              </a:spcAft>
              <a:buSzPts val="1300"/>
              <a:buNone/>
              <a:defRPr sz="1300"/>
            </a:lvl8pPr>
            <a:lvl9pPr lvl="8" algn="l">
              <a:lnSpc>
                <a:spcPct val="100000"/>
              </a:lnSpc>
              <a:spcBef>
                <a:spcPts val="0"/>
              </a:spcBef>
              <a:spcAft>
                <a:spcPts val="0"/>
              </a:spcAft>
              <a:buSzPts val="1300"/>
              <a:buNone/>
              <a:defRPr sz="1300"/>
            </a:lvl9pPr>
          </a:lstStyle>
          <a:p/>
        </p:txBody>
      </p:sp>
      <p:sp>
        <p:nvSpPr>
          <p:cNvPr id="126" name="Google Shape;126;p13"/>
          <p:cNvSpPr txBox="1"/>
          <p:nvPr>
            <p:ph idx="2" type="body"/>
          </p:nvPr>
        </p:nvSpPr>
        <p:spPr>
          <a:xfrm>
            <a:off x="4648200" y="1885111"/>
            <a:ext cx="3676800" cy="26082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127" name="Google Shape;127;p13"/>
          <p:cNvSpPr txBox="1"/>
          <p:nvPr>
            <p:ph idx="12" type="sldNum"/>
          </p:nvPr>
        </p:nvSpPr>
        <p:spPr>
          <a:xfrm>
            <a:off x="8472458" y="5181352"/>
            <a:ext cx="548700" cy="4374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28" name="Shape 128"/>
        <p:cNvGrpSpPr/>
        <p:nvPr/>
      </p:nvGrpSpPr>
      <p:grpSpPr>
        <a:xfrm>
          <a:off x="0" y="0"/>
          <a:ext cx="0" cy="0"/>
          <a:chOff x="0" y="0"/>
          <a:chExt cx="0" cy="0"/>
        </a:xfrm>
      </p:grpSpPr>
      <p:grpSp>
        <p:nvGrpSpPr>
          <p:cNvPr id="129" name="Google Shape;129;p14"/>
          <p:cNvGrpSpPr/>
          <p:nvPr/>
        </p:nvGrpSpPr>
        <p:grpSpPr>
          <a:xfrm>
            <a:off x="0" y="4587260"/>
            <a:ext cx="698925" cy="760722"/>
            <a:chOff x="0" y="3785672"/>
            <a:chExt cx="698925" cy="684657"/>
          </a:xfrm>
        </p:grpSpPr>
        <p:sp>
          <p:nvSpPr>
            <p:cNvPr id="130" name="Google Shape;130;p14"/>
            <p:cNvSpPr/>
            <p:nvPr/>
          </p:nvSpPr>
          <p:spPr>
            <a:xfrm rot="-5400000">
              <a:off x="0" y="3785672"/>
              <a:ext cx="544800" cy="544800"/>
            </a:xfrm>
            <a:prstGeom prst="diagStripe">
              <a:avLst>
                <a:gd fmla="val 50000" name="adj"/>
              </a:avLst>
            </a:prstGeom>
            <a:solidFill>
              <a:schemeClr val="lt1">
                <a:alpha val="9411"/>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 name="Google Shape;131;p14"/>
            <p:cNvSpPr/>
            <p:nvPr/>
          </p:nvSpPr>
          <p:spPr>
            <a:xfrm flipH="1">
              <a:off x="154125" y="3925529"/>
              <a:ext cx="544800" cy="544800"/>
            </a:xfrm>
            <a:prstGeom prst="diagStripe">
              <a:avLst>
                <a:gd fmla="val 50000" name="adj"/>
              </a:avLst>
            </a:prstGeom>
            <a:solidFill>
              <a:schemeClr val="lt1">
                <a:alpha val="9411"/>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32" name="Google Shape;132;p14"/>
          <p:cNvSpPr txBox="1"/>
          <p:nvPr>
            <p:ph idx="1" type="body"/>
          </p:nvPr>
        </p:nvSpPr>
        <p:spPr>
          <a:xfrm>
            <a:off x="812725" y="4783750"/>
            <a:ext cx="6936000" cy="5820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300"/>
              <a:buNone/>
              <a:defRPr/>
            </a:lvl1pPr>
          </a:lstStyle>
          <a:p/>
        </p:txBody>
      </p:sp>
      <p:sp>
        <p:nvSpPr>
          <p:cNvPr id="133" name="Google Shape;133;p14"/>
          <p:cNvSpPr txBox="1"/>
          <p:nvPr>
            <p:ph idx="12" type="sldNum"/>
          </p:nvPr>
        </p:nvSpPr>
        <p:spPr>
          <a:xfrm>
            <a:off x="8472458" y="5181352"/>
            <a:ext cx="548700" cy="4374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34" name="Shape 134"/>
        <p:cNvGrpSpPr/>
        <p:nvPr/>
      </p:nvGrpSpPr>
      <p:grpSpPr>
        <a:xfrm>
          <a:off x="0" y="0"/>
          <a:ext cx="0" cy="0"/>
          <a:chOff x="0" y="0"/>
          <a:chExt cx="0" cy="0"/>
        </a:xfrm>
      </p:grpSpPr>
      <p:grpSp>
        <p:nvGrpSpPr>
          <p:cNvPr id="135" name="Google Shape;135;p15"/>
          <p:cNvGrpSpPr/>
          <p:nvPr/>
        </p:nvGrpSpPr>
        <p:grpSpPr>
          <a:xfrm>
            <a:off x="4406400" y="0"/>
            <a:ext cx="4737600" cy="5714459"/>
            <a:chOff x="4406400" y="0"/>
            <a:chExt cx="4737600" cy="5143065"/>
          </a:xfrm>
        </p:grpSpPr>
        <p:sp>
          <p:nvSpPr>
            <p:cNvPr id="136" name="Google Shape;136;p15"/>
            <p:cNvSpPr/>
            <p:nvPr/>
          </p:nvSpPr>
          <p:spPr>
            <a:xfrm rot="5400000">
              <a:off x="4408200" y="-1800"/>
              <a:ext cx="4734000" cy="4737600"/>
            </a:xfrm>
            <a:prstGeom prst="diagStripe">
              <a:avLst>
                <a:gd fmla="val 49469" name="adj"/>
              </a:avLst>
            </a:prstGeom>
            <a:solidFill>
              <a:schemeClr val="lt1">
                <a:alpha val="313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 name="Google Shape;137;p15"/>
            <p:cNvSpPr/>
            <p:nvPr/>
          </p:nvSpPr>
          <p:spPr>
            <a:xfrm rot="5400000">
              <a:off x="4841125" y="5700"/>
              <a:ext cx="4298100" cy="4286700"/>
            </a:xfrm>
            <a:prstGeom prst="diagStripe">
              <a:avLst>
                <a:gd fmla="val 0" name="adj"/>
              </a:avLst>
            </a:prstGeom>
            <a:solidFill>
              <a:schemeClr val="lt1">
                <a:alpha val="313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 name="Google Shape;138;p15"/>
            <p:cNvSpPr/>
            <p:nvPr/>
          </p:nvSpPr>
          <p:spPr>
            <a:xfrm rot="-5400000">
              <a:off x="5618399" y="1236468"/>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 name="Google Shape;139;p15"/>
            <p:cNvSpPr/>
            <p:nvPr/>
          </p:nvSpPr>
          <p:spPr>
            <a:xfrm flipH="1">
              <a:off x="5849857" y="1443956"/>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 name="Google Shape;140;p15"/>
            <p:cNvSpPr/>
            <p:nvPr/>
          </p:nvSpPr>
          <p:spPr>
            <a:xfrm rot="-5400000">
              <a:off x="5987081" y="2469465"/>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 name="Google Shape;141;p15"/>
            <p:cNvSpPr/>
            <p:nvPr/>
          </p:nvSpPr>
          <p:spPr>
            <a:xfrm flipH="1">
              <a:off x="6222115" y="2676953"/>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 name="Google Shape;142;p15"/>
            <p:cNvSpPr/>
            <p:nvPr/>
          </p:nvSpPr>
          <p:spPr>
            <a:xfrm rot="-5400000">
              <a:off x="6675341" y="1862018"/>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 name="Google Shape;143;p15"/>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 name="Google Shape;144;p15"/>
            <p:cNvSpPr/>
            <p:nvPr/>
          </p:nvSpPr>
          <p:spPr>
            <a:xfrm rot="-5400000">
              <a:off x="6861141" y="2477810"/>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 name="Google Shape;145;p15"/>
            <p:cNvSpPr/>
            <p:nvPr/>
          </p:nvSpPr>
          <p:spPr>
            <a:xfrm flipH="1">
              <a:off x="7965266" y="2692963"/>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 name="Google Shape;146;p15"/>
            <p:cNvSpPr/>
            <p:nvPr/>
          </p:nvSpPr>
          <p:spPr>
            <a:xfrm flipH="1">
              <a:off x="8145082" y="3308755"/>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 name="Google Shape;147;p15"/>
            <p:cNvSpPr/>
            <p:nvPr/>
          </p:nvSpPr>
          <p:spPr>
            <a:xfrm rot="-5400000">
              <a:off x="7047599" y="3095015"/>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 name="Google Shape;148;p15"/>
            <p:cNvSpPr/>
            <p:nvPr/>
          </p:nvSpPr>
          <p:spPr>
            <a:xfrm flipH="1">
              <a:off x="7276649" y="3302502"/>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 name="Google Shape;149;p15"/>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 name="Google Shape;150;p15"/>
            <p:cNvSpPr/>
            <p:nvPr/>
          </p:nvSpPr>
          <p:spPr>
            <a:xfrm flipH="1">
              <a:off x="7462448" y="3918294"/>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 name="Google Shape;151;p15"/>
            <p:cNvSpPr/>
            <p:nvPr/>
          </p:nvSpPr>
          <p:spPr>
            <a:xfrm rot="-5400000">
              <a:off x="8102491" y="3718473"/>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 name="Google Shape;152;p15"/>
            <p:cNvSpPr/>
            <p:nvPr/>
          </p:nvSpPr>
          <p:spPr>
            <a:xfrm flipH="1">
              <a:off x="8334533" y="3925960"/>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p15"/>
            <p:cNvSpPr/>
            <p:nvPr/>
          </p:nvSpPr>
          <p:spPr>
            <a:xfrm rot="-5400000">
              <a:off x="8288290" y="4334265"/>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54" name="Google Shape;154;p15"/>
          <p:cNvSpPr txBox="1"/>
          <p:nvPr>
            <p:ph hasCustomPrompt="1" type="title"/>
          </p:nvPr>
        </p:nvSpPr>
        <p:spPr>
          <a:xfrm>
            <a:off x="823850" y="1427417"/>
            <a:ext cx="4776000" cy="14454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8000"/>
              <a:buNone/>
              <a:defRPr sz="8000"/>
            </a:lvl1pPr>
            <a:lvl2pPr lvl="1" algn="l">
              <a:lnSpc>
                <a:spcPct val="100000"/>
              </a:lnSpc>
              <a:spcBef>
                <a:spcPts val="0"/>
              </a:spcBef>
              <a:spcAft>
                <a:spcPts val="0"/>
              </a:spcAft>
              <a:buSzPts val="8000"/>
              <a:buNone/>
              <a:defRPr sz="8000"/>
            </a:lvl2pPr>
            <a:lvl3pPr lvl="2" algn="l">
              <a:lnSpc>
                <a:spcPct val="100000"/>
              </a:lnSpc>
              <a:spcBef>
                <a:spcPts val="0"/>
              </a:spcBef>
              <a:spcAft>
                <a:spcPts val="0"/>
              </a:spcAft>
              <a:buSzPts val="8000"/>
              <a:buNone/>
              <a:defRPr sz="8000"/>
            </a:lvl3pPr>
            <a:lvl4pPr lvl="3" algn="l">
              <a:lnSpc>
                <a:spcPct val="100000"/>
              </a:lnSpc>
              <a:spcBef>
                <a:spcPts val="0"/>
              </a:spcBef>
              <a:spcAft>
                <a:spcPts val="0"/>
              </a:spcAft>
              <a:buSzPts val="8000"/>
              <a:buNone/>
              <a:defRPr sz="8000"/>
            </a:lvl4pPr>
            <a:lvl5pPr lvl="4" algn="l">
              <a:lnSpc>
                <a:spcPct val="100000"/>
              </a:lnSpc>
              <a:spcBef>
                <a:spcPts val="0"/>
              </a:spcBef>
              <a:spcAft>
                <a:spcPts val="0"/>
              </a:spcAft>
              <a:buSzPts val="8000"/>
              <a:buNone/>
              <a:defRPr sz="8000"/>
            </a:lvl5pPr>
            <a:lvl6pPr lvl="5" algn="l">
              <a:lnSpc>
                <a:spcPct val="100000"/>
              </a:lnSpc>
              <a:spcBef>
                <a:spcPts val="0"/>
              </a:spcBef>
              <a:spcAft>
                <a:spcPts val="0"/>
              </a:spcAft>
              <a:buSzPts val="8000"/>
              <a:buNone/>
              <a:defRPr sz="8000"/>
            </a:lvl6pPr>
            <a:lvl7pPr lvl="6" algn="l">
              <a:lnSpc>
                <a:spcPct val="100000"/>
              </a:lnSpc>
              <a:spcBef>
                <a:spcPts val="0"/>
              </a:spcBef>
              <a:spcAft>
                <a:spcPts val="0"/>
              </a:spcAft>
              <a:buSzPts val="8000"/>
              <a:buNone/>
              <a:defRPr sz="8000"/>
            </a:lvl7pPr>
            <a:lvl8pPr lvl="7" algn="l">
              <a:lnSpc>
                <a:spcPct val="100000"/>
              </a:lnSpc>
              <a:spcBef>
                <a:spcPts val="0"/>
              </a:spcBef>
              <a:spcAft>
                <a:spcPts val="0"/>
              </a:spcAft>
              <a:buSzPts val="8000"/>
              <a:buNone/>
              <a:defRPr sz="8000"/>
            </a:lvl8pPr>
            <a:lvl9pPr lvl="8" algn="l">
              <a:lnSpc>
                <a:spcPct val="100000"/>
              </a:lnSpc>
              <a:spcBef>
                <a:spcPts val="0"/>
              </a:spcBef>
              <a:spcAft>
                <a:spcPts val="0"/>
              </a:spcAft>
              <a:buSzPts val="8000"/>
              <a:buNone/>
              <a:defRPr sz="8000"/>
            </a:lvl9pPr>
          </a:lstStyle>
          <a:p>
            <a:r>
              <a:t>xx%</a:t>
            </a:r>
          </a:p>
        </p:txBody>
      </p:sp>
      <p:sp>
        <p:nvSpPr>
          <p:cNvPr id="155" name="Google Shape;155;p15"/>
          <p:cNvSpPr txBox="1"/>
          <p:nvPr>
            <p:ph idx="1" type="body"/>
          </p:nvPr>
        </p:nvSpPr>
        <p:spPr>
          <a:xfrm>
            <a:off x="823850" y="2936805"/>
            <a:ext cx="4776000" cy="13542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156" name="Google Shape;156;p15"/>
          <p:cNvSpPr txBox="1"/>
          <p:nvPr>
            <p:ph idx="12" type="sldNum"/>
          </p:nvPr>
        </p:nvSpPr>
        <p:spPr>
          <a:xfrm>
            <a:off x="8472458" y="5181352"/>
            <a:ext cx="548700" cy="4374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7" name="Shape 157"/>
        <p:cNvGrpSpPr/>
        <p:nvPr/>
      </p:nvGrpSpPr>
      <p:grpSpPr>
        <a:xfrm>
          <a:off x="0" y="0"/>
          <a:ext cx="0" cy="0"/>
          <a:chOff x="0" y="0"/>
          <a:chExt cx="0" cy="0"/>
        </a:xfrm>
      </p:grpSpPr>
      <p:sp>
        <p:nvSpPr>
          <p:cNvPr id="158" name="Google Shape;158;p16"/>
          <p:cNvSpPr txBox="1"/>
          <p:nvPr>
            <p:ph idx="12" type="sldNum"/>
          </p:nvPr>
        </p:nvSpPr>
        <p:spPr>
          <a:xfrm>
            <a:off x="8472458" y="5181352"/>
            <a:ext cx="548700" cy="4374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9.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theme" Target="../theme/theme2.xml"/><Relationship Id="rId16" Type="http://schemas.openxmlformats.org/officeDocument/2006/relationships/slideLayout" Target="../slideLayouts/slideLayout15.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94472"/>
            <a:ext cx="8520600" cy="6363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1pPr>
            <a:lvl2pPr lvl="1"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2pPr>
            <a:lvl3pPr lvl="2"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3pPr>
            <a:lvl4pPr lvl="3"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4pPr>
            <a:lvl5pPr lvl="4"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5pPr>
            <a:lvl6pPr lvl="5"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6pPr>
            <a:lvl7pPr lvl="6"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7pPr>
            <a:lvl8pPr lvl="7"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8pPr>
            <a:lvl9pPr lvl="8"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258115"/>
            <a:ext cx="8520600" cy="3795900"/>
          </a:xfrm>
          <a:prstGeom prst="rect">
            <a:avLst/>
          </a:prstGeom>
          <a:noFill/>
          <a:ln>
            <a:noFill/>
          </a:ln>
        </p:spPr>
        <p:txBody>
          <a:bodyPr anchorCtr="0" anchor="t" bIns="91425" lIns="91425" spcFirstLastPara="1" rIns="91425" wrap="square" tIns="91425">
            <a:normAutofit/>
          </a:bodyPr>
          <a:lstStyle>
            <a:lvl1pPr indent="-311150" lvl="0" marL="457200" marR="0" rtl="0" algn="l">
              <a:lnSpc>
                <a:spcPct val="115000"/>
              </a:lnSpc>
              <a:spcBef>
                <a:spcPts val="0"/>
              </a:spcBef>
              <a:spcAft>
                <a:spcPts val="0"/>
              </a:spcAft>
              <a:buClr>
                <a:schemeClr val="lt1"/>
              </a:buClr>
              <a:buSzPts val="1300"/>
              <a:buFont typeface="Lato"/>
              <a:buChar char="●"/>
              <a:defRPr b="0" i="0" sz="1300" u="none" cap="none" strike="noStrike">
                <a:solidFill>
                  <a:schemeClr val="lt1"/>
                </a:solidFill>
                <a:latin typeface="Lato"/>
                <a:ea typeface="Lato"/>
                <a:cs typeface="Lato"/>
                <a:sym typeface="Lato"/>
              </a:defRPr>
            </a:lvl1pPr>
            <a:lvl2pPr indent="-298450" lvl="1" marL="9144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2pPr>
            <a:lvl3pPr indent="-298450" lvl="2" marL="13716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3pPr>
            <a:lvl4pPr indent="-298450" lvl="3" marL="18288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4pPr>
            <a:lvl5pPr indent="-298450" lvl="4" marL="22860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5pPr>
            <a:lvl6pPr indent="-298450" lvl="5" marL="27432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6pPr>
            <a:lvl7pPr indent="-298450" lvl="6" marL="32004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7pPr>
            <a:lvl8pPr indent="-298450" lvl="7" marL="36576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8pPr>
            <a:lvl9pPr indent="-298450" lvl="8" marL="41148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5181352"/>
            <a:ext cx="548700" cy="4374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pic>
        <p:nvPicPr>
          <p:cNvPr id="9" name="Google Shape;9;p1"/>
          <p:cNvPicPr preferRelativeResize="0"/>
          <p:nvPr/>
        </p:nvPicPr>
        <p:blipFill rotWithShape="1">
          <a:blip r:embed="rId1">
            <a:alphaModFix/>
          </a:blip>
          <a:srcRect b="0" l="0" r="0" t="0"/>
          <a:stretch/>
        </p:blipFill>
        <p:spPr>
          <a:xfrm>
            <a:off x="7301750" y="-132833"/>
            <a:ext cx="1842250" cy="1308527"/>
          </a:xfrm>
          <a:prstGeom prst="rect">
            <a:avLst/>
          </a:prstGeom>
          <a:noFill/>
          <a:ln>
            <a:noFill/>
          </a:ln>
        </p:spPr>
      </p:pic>
      <p:sp>
        <p:nvSpPr>
          <p:cNvPr id="10" name="Google Shape;10;p1"/>
          <p:cNvSpPr txBox="1"/>
          <p:nvPr/>
        </p:nvSpPr>
        <p:spPr>
          <a:xfrm>
            <a:off x="2764675" y="5412950"/>
            <a:ext cx="3344100" cy="2058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1" i="0" lang="en-GB" sz="1300" u="none" cap="none" strike="noStrike">
                <a:solidFill>
                  <a:srgbClr val="5B0F00"/>
                </a:solidFill>
                <a:latin typeface="Lato"/>
                <a:ea typeface="Lato"/>
                <a:cs typeface="Lato"/>
                <a:sym typeface="Lato"/>
              </a:rPr>
              <a:t>CDAC Hyderabad</a:t>
            </a:r>
            <a:endParaRPr b="1" i="0" sz="1300" u="none" cap="none" strike="noStrike">
              <a:solidFill>
                <a:srgbClr val="5B0F00"/>
              </a:solidFill>
              <a:latin typeface="Lato"/>
              <a:ea typeface="Lato"/>
              <a:cs typeface="Lato"/>
              <a:sym typeface="Lato"/>
            </a:endParaRPr>
          </a:p>
          <a:p>
            <a:pPr indent="0" lvl="0" marL="0" marR="0" rtl="0" algn="ctr">
              <a:lnSpc>
                <a:spcPct val="100000"/>
              </a:lnSpc>
              <a:spcBef>
                <a:spcPts val="0"/>
              </a:spcBef>
              <a:spcAft>
                <a:spcPts val="0"/>
              </a:spcAft>
              <a:buClr>
                <a:srgbClr val="000000"/>
              </a:buClr>
              <a:buSzPts val="1300"/>
              <a:buFont typeface="Arial"/>
              <a:buNone/>
            </a:pPr>
            <a:r>
              <a:t/>
            </a:r>
            <a:endParaRPr b="1" i="0" sz="1300" u="none" cap="none" strike="noStrike">
              <a:solidFill>
                <a:srgbClr val="5B0F00"/>
              </a:solidFill>
              <a:latin typeface="Lato"/>
              <a:ea typeface="Lato"/>
              <a:cs typeface="Lato"/>
              <a:sym typeface="Lato"/>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16.png"/><Relationship Id="rId5" Type="http://schemas.openxmlformats.org/officeDocument/2006/relationships/image" Target="../media/image1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5.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1.jp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2.jp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1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3.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10.png"/><Relationship Id="rId4" Type="http://schemas.openxmlformats.org/officeDocument/2006/relationships/image" Target="../media/image18.png"/><Relationship Id="rId5"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image" Target="../media/image8.png"/><Relationship Id="rId4" Type="http://schemas.openxmlformats.org/officeDocument/2006/relationships/image" Target="../media/image13.png"/><Relationship Id="rId5"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image" Target="../media/image17.jpg"/><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9.png"/><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 Id="rId3" Type="http://schemas.openxmlformats.org/officeDocument/2006/relationships/image" Target="../media/image12.png"/><Relationship Id="rId4" Type="http://schemas.openxmlformats.org/officeDocument/2006/relationships/image" Target="../media/image20.png"/><Relationship Id="rId5"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7"/>
          <p:cNvSpPr txBox="1"/>
          <p:nvPr>
            <p:ph type="ctrTitle"/>
          </p:nvPr>
        </p:nvSpPr>
        <p:spPr>
          <a:xfrm>
            <a:off x="3182425" y="795569"/>
            <a:ext cx="5355600" cy="22230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4000"/>
              <a:buNone/>
            </a:pPr>
            <a:r>
              <a:rPr lang="en-GB" sz="3400">
                <a:solidFill>
                  <a:srgbClr val="D9EAD3"/>
                </a:solidFill>
                <a:latin typeface="Georgia"/>
                <a:ea typeface="Georgia"/>
                <a:cs typeface="Georgia"/>
                <a:sym typeface="Georgia"/>
              </a:rPr>
              <a:t>“AI for Requirement Analysis, </a:t>
            </a:r>
            <a:r>
              <a:rPr lang="en-GB" sz="3400">
                <a:solidFill>
                  <a:srgbClr val="D9EAD3"/>
                </a:solidFill>
                <a:latin typeface="Georgia"/>
                <a:ea typeface="Georgia"/>
                <a:cs typeface="Georgia"/>
                <a:sym typeface="Georgia"/>
              </a:rPr>
              <a:t>Design,</a:t>
            </a:r>
            <a:r>
              <a:rPr lang="en-GB" sz="3400">
                <a:solidFill>
                  <a:srgbClr val="D9EAD3"/>
                </a:solidFill>
                <a:latin typeface="Georgia"/>
                <a:ea typeface="Georgia"/>
                <a:cs typeface="Georgia"/>
                <a:sym typeface="Georgia"/>
              </a:rPr>
              <a:t> and AI-Powered Prototyping”</a:t>
            </a:r>
            <a:endParaRPr sz="3400">
              <a:solidFill>
                <a:srgbClr val="D9EAD3"/>
              </a:solidFill>
              <a:latin typeface="Georgia"/>
              <a:ea typeface="Georgia"/>
              <a:cs typeface="Georgia"/>
              <a:sym typeface="Georgia"/>
            </a:endParaRPr>
          </a:p>
        </p:txBody>
      </p:sp>
      <p:sp>
        <p:nvSpPr>
          <p:cNvPr id="164" name="Google Shape;164;p17"/>
          <p:cNvSpPr txBox="1"/>
          <p:nvPr>
            <p:ph idx="1" type="subTitle"/>
          </p:nvPr>
        </p:nvSpPr>
        <p:spPr>
          <a:xfrm>
            <a:off x="5209825" y="4086950"/>
            <a:ext cx="3618600" cy="5175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600"/>
              </a:spcAft>
              <a:buSzPts val="1300"/>
              <a:buNone/>
            </a:pPr>
            <a:r>
              <a:rPr b="1" lang="en-GB" sz="1200">
                <a:solidFill>
                  <a:srgbClr val="D0E0E3"/>
                </a:solidFill>
                <a:latin typeface="Arial"/>
                <a:ea typeface="Arial"/>
                <a:cs typeface="Arial"/>
                <a:sym typeface="Arial"/>
              </a:rPr>
              <a:t>Transforming Software Development with AI</a:t>
            </a:r>
            <a:endParaRPr b="1" sz="1200">
              <a:solidFill>
                <a:srgbClr val="D0E0E3"/>
              </a:solidFill>
              <a:latin typeface="Arial"/>
              <a:ea typeface="Arial"/>
              <a:cs typeface="Arial"/>
              <a:sym typeface="Arial"/>
            </a:endParaRPr>
          </a:p>
        </p:txBody>
      </p:sp>
      <p:sp>
        <p:nvSpPr>
          <p:cNvPr id="165" name="Google Shape;165;p17"/>
          <p:cNvSpPr txBox="1"/>
          <p:nvPr/>
        </p:nvSpPr>
        <p:spPr>
          <a:xfrm>
            <a:off x="252275" y="4682774"/>
            <a:ext cx="3925500" cy="964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rgbClr val="C9DAF8"/>
                </a:solidFill>
                <a:latin typeface="Times New Roman"/>
                <a:ea typeface="Times New Roman"/>
                <a:cs typeface="Times New Roman"/>
                <a:sym typeface="Times New Roman"/>
              </a:rPr>
              <a:t>Presented by : Abhishek Thakur</a:t>
            </a:r>
            <a:endParaRPr b="1">
              <a:solidFill>
                <a:srgbClr val="C9DAF8"/>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rPr b="1" lang="en-GB">
                <a:solidFill>
                  <a:srgbClr val="C9DAF8"/>
                </a:solidFill>
                <a:latin typeface="Times New Roman"/>
                <a:ea typeface="Times New Roman"/>
                <a:cs typeface="Times New Roman"/>
                <a:sym typeface="Times New Roman"/>
              </a:rPr>
              <a:t>                         Knowledge Associate,</a:t>
            </a:r>
            <a:endParaRPr b="1">
              <a:solidFill>
                <a:srgbClr val="C9DAF8"/>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rgbClr val="C9DAF8"/>
                </a:solidFill>
                <a:latin typeface="Times New Roman"/>
                <a:ea typeface="Times New Roman"/>
                <a:cs typeface="Times New Roman"/>
                <a:sym typeface="Times New Roman"/>
              </a:rPr>
              <a:t>                         CDAC Hyderabad  </a:t>
            </a:r>
            <a:r>
              <a:rPr b="1" i="0" lang="en-GB" sz="1400" u="none" cap="none" strike="noStrike">
                <a:solidFill>
                  <a:srgbClr val="C9DAF8"/>
                </a:solidFill>
                <a:latin typeface="Arial"/>
                <a:ea typeface="Arial"/>
                <a:cs typeface="Arial"/>
                <a:sym typeface="Arial"/>
              </a:rPr>
              <a:t>     </a:t>
            </a:r>
            <a:br>
              <a:rPr b="1" i="0" lang="en-GB" sz="1400" u="none" cap="none" strike="noStrike">
                <a:solidFill>
                  <a:srgbClr val="C9DAF8"/>
                </a:solidFill>
                <a:latin typeface="Arial"/>
                <a:ea typeface="Arial"/>
                <a:cs typeface="Arial"/>
                <a:sym typeface="Arial"/>
              </a:rPr>
            </a:br>
            <a:r>
              <a:rPr b="1" i="0" lang="en-GB" sz="1400" u="none" cap="none" strike="noStrike">
                <a:solidFill>
                  <a:srgbClr val="C9DAF8"/>
                </a:solidFill>
                <a:latin typeface="Arial"/>
                <a:ea typeface="Arial"/>
                <a:cs typeface="Arial"/>
                <a:sym typeface="Arial"/>
              </a:rPr>
              <a:t>                                  </a:t>
            </a:r>
            <a:endParaRPr b="1" i="0" sz="1400" u="none" cap="none" strike="noStrike">
              <a:solidFill>
                <a:srgbClr val="C9DAF8"/>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18"/>
          <p:cNvSpPr txBox="1"/>
          <p:nvPr>
            <p:ph type="title"/>
          </p:nvPr>
        </p:nvSpPr>
        <p:spPr>
          <a:xfrm>
            <a:off x="1294300" y="873139"/>
            <a:ext cx="7122000" cy="5946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400"/>
              <a:buNone/>
            </a:pPr>
            <a:r>
              <a:rPr b="1" lang="en-GB" sz="2000">
                <a:latin typeface="Arial"/>
                <a:ea typeface="Arial"/>
                <a:cs typeface="Arial"/>
                <a:sym typeface="Arial"/>
              </a:rPr>
              <a:t>Table of </a:t>
            </a:r>
            <a:r>
              <a:rPr b="1" lang="en-GB" sz="2000">
                <a:latin typeface="Arial"/>
                <a:ea typeface="Arial"/>
                <a:cs typeface="Arial"/>
                <a:sym typeface="Arial"/>
              </a:rPr>
              <a:t>Contents</a:t>
            </a:r>
            <a:r>
              <a:rPr b="1" lang="en-GB" sz="2000">
                <a:latin typeface="Arial"/>
                <a:ea typeface="Arial"/>
                <a:cs typeface="Arial"/>
                <a:sym typeface="Arial"/>
              </a:rPr>
              <a:t>:</a:t>
            </a:r>
            <a:endParaRPr b="1" sz="2000">
              <a:latin typeface="Arial"/>
              <a:ea typeface="Arial"/>
              <a:cs typeface="Arial"/>
              <a:sym typeface="Arial"/>
            </a:endParaRPr>
          </a:p>
        </p:txBody>
      </p:sp>
      <p:sp>
        <p:nvSpPr>
          <p:cNvPr id="171" name="Google Shape;171;p18"/>
          <p:cNvSpPr txBox="1"/>
          <p:nvPr/>
        </p:nvSpPr>
        <p:spPr>
          <a:xfrm>
            <a:off x="1294301" y="2330639"/>
            <a:ext cx="3018300" cy="361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CACACA"/>
              </a:solidFill>
              <a:latin typeface="Average"/>
              <a:ea typeface="Average"/>
              <a:cs typeface="Average"/>
              <a:sym typeface="Average"/>
            </a:endParaRPr>
          </a:p>
        </p:txBody>
      </p:sp>
      <p:sp>
        <p:nvSpPr>
          <p:cNvPr id="172" name="Google Shape;172;p18"/>
          <p:cNvSpPr txBox="1"/>
          <p:nvPr/>
        </p:nvSpPr>
        <p:spPr>
          <a:xfrm>
            <a:off x="1294301" y="2692306"/>
            <a:ext cx="3018300" cy="361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ACACA"/>
              </a:solidFill>
              <a:latin typeface="Montserrat"/>
              <a:ea typeface="Montserrat"/>
              <a:cs typeface="Montserrat"/>
              <a:sym typeface="Montserrat"/>
            </a:endParaRPr>
          </a:p>
        </p:txBody>
      </p:sp>
      <p:sp>
        <p:nvSpPr>
          <p:cNvPr id="173" name="Google Shape;173;p18"/>
          <p:cNvSpPr txBox="1"/>
          <p:nvPr/>
        </p:nvSpPr>
        <p:spPr>
          <a:xfrm>
            <a:off x="4443276" y="2330639"/>
            <a:ext cx="3018300" cy="361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CACACA"/>
              </a:solidFill>
              <a:latin typeface="Average"/>
              <a:ea typeface="Average"/>
              <a:cs typeface="Average"/>
              <a:sym typeface="Average"/>
            </a:endParaRPr>
          </a:p>
        </p:txBody>
      </p:sp>
      <p:sp>
        <p:nvSpPr>
          <p:cNvPr id="174" name="Google Shape;174;p18"/>
          <p:cNvSpPr txBox="1"/>
          <p:nvPr/>
        </p:nvSpPr>
        <p:spPr>
          <a:xfrm>
            <a:off x="1220075" y="1587639"/>
            <a:ext cx="7166100" cy="2802900"/>
          </a:xfrm>
          <a:prstGeom prst="rect">
            <a:avLst/>
          </a:prstGeom>
          <a:noFill/>
          <a:ln>
            <a:noFill/>
          </a:ln>
        </p:spPr>
        <p:txBody>
          <a:bodyPr anchorCtr="0" anchor="t" bIns="91425" lIns="91425" spcFirstLastPara="1" rIns="91425" wrap="square" tIns="91425">
            <a:noAutofit/>
          </a:bodyPr>
          <a:lstStyle/>
          <a:p>
            <a:pPr indent="-349250" lvl="0" marL="457200" marR="0" rtl="0" algn="l">
              <a:lnSpc>
                <a:spcPct val="100000"/>
              </a:lnSpc>
              <a:spcBef>
                <a:spcPts val="0"/>
              </a:spcBef>
              <a:spcAft>
                <a:spcPts val="0"/>
              </a:spcAft>
              <a:buClr>
                <a:srgbClr val="EFEFEF"/>
              </a:buClr>
              <a:buSzPts val="1900"/>
              <a:buFont typeface="Times New Roman"/>
              <a:buChar char="●"/>
            </a:pPr>
            <a:r>
              <a:rPr b="1" i="0" lang="en-GB" sz="1900" u="none" cap="none" strike="noStrike">
                <a:solidFill>
                  <a:srgbClr val="EFEFEF"/>
                </a:solidFill>
                <a:latin typeface="Times New Roman"/>
                <a:ea typeface="Times New Roman"/>
                <a:cs typeface="Times New Roman"/>
                <a:sym typeface="Times New Roman"/>
              </a:rPr>
              <a:t>Introduction to Automated Requirements Analysis</a:t>
            </a:r>
            <a:endParaRPr b="1" i="0" sz="1900" u="none" cap="none" strike="noStrike">
              <a:solidFill>
                <a:srgbClr val="EFEFEF"/>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1900"/>
              <a:buFont typeface="Arial"/>
              <a:buNone/>
            </a:pPr>
            <a:r>
              <a:t/>
            </a:r>
            <a:endParaRPr b="1" i="0" sz="1900" u="none" cap="none" strike="noStrike">
              <a:solidFill>
                <a:srgbClr val="EFEFEF"/>
              </a:solidFill>
              <a:latin typeface="Times New Roman"/>
              <a:ea typeface="Times New Roman"/>
              <a:cs typeface="Times New Roman"/>
              <a:sym typeface="Times New Roman"/>
            </a:endParaRPr>
          </a:p>
          <a:p>
            <a:pPr indent="-349250" lvl="0" marL="457200" marR="0" rtl="0" algn="l">
              <a:lnSpc>
                <a:spcPct val="100000"/>
              </a:lnSpc>
              <a:spcBef>
                <a:spcPts val="0"/>
              </a:spcBef>
              <a:spcAft>
                <a:spcPts val="0"/>
              </a:spcAft>
              <a:buClr>
                <a:srgbClr val="EFEFEF"/>
              </a:buClr>
              <a:buSzPts val="1900"/>
              <a:buFont typeface="Times New Roman"/>
              <a:buChar char="●"/>
            </a:pPr>
            <a:r>
              <a:rPr b="1" i="0" lang="en-GB" sz="1900" u="none" cap="none" strike="noStrike">
                <a:solidFill>
                  <a:srgbClr val="EFEFEF"/>
                </a:solidFill>
                <a:latin typeface="Times New Roman"/>
                <a:ea typeface="Times New Roman"/>
                <a:cs typeface="Times New Roman"/>
                <a:sym typeface="Times New Roman"/>
              </a:rPr>
              <a:t>UML Modeling</a:t>
            </a:r>
            <a:endParaRPr b="1" i="0" sz="1900" u="none" cap="none" strike="noStrike">
              <a:solidFill>
                <a:srgbClr val="EFEFEF"/>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1900"/>
              <a:buFont typeface="Arial"/>
              <a:buNone/>
            </a:pPr>
            <a:r>
              <a:t/>
            </a:r>
            <a:endParaRPr b="1" i="0" sz="1900" u="none" cap="none" strike="noStrike">
              <a:solidFill>
                <a:srgbClr val="EFEFEF"/>
              </a:solidFill>
              <a:latin typeface="Times New Roman"/>
              <a:ea typeface="Times New Roman"/>
              <a:cs typeface="Times New Roman"/>
              <a:sym typeface="Times New Roman"/>
            </a:endParaRPr>
          </a:p>
          <a:p>
            <a:pPr indent="-349250" lvl="0" marL="457200" marR="0" rtl="0" algn="l">
              <a:lnSpc>
                <a:spcPct val="100000"/>
              </a:lnSpc>
              <a:spcBef>
                <a:spcPts val="0"/>
              </a:spcBef>
              <a:spcAft>
                <a:spcPts val="0"/>
              </a:spcAft>
              <a:buClr>
                <a:srgbClr val="EFEFEF"/>
              </a:buClr>
              <a:buSzPts val="1900"/>
              <a:buFont typeface="Times New Roman"/>
              <a:buChar char="●"/>
            </a:pPr>
            <a:r>
              <a:rPr b="1" i="0" lang="en-GB" sz="1900" u="none" cap="none" strike="noStrike">
                <a:solidFill>
                  <a:srgbClr val="EFEFEF"/>
                </a:solidFill>
                <a:latin typeface="Times New Roman"/>
                <a:ea typeface="Times New Roman"/>
                <a:cs typeface="Times New Roman"/>
                <a:sym typeface="Times New Roman"/>
              </a:rPr>
              <a:t>Architectural Design</a:t>
            </a:r>
            <a:endParaRPr b="1" i="0" sz="1900" u="none" cap="none" strike="noStrike">
              <a:solidFill>
                <a:srgbClr val="EFEFEF"/>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1900"/>
              <a:buFont typeface="Arial"/>
              <a:buNone/>
            </a:pPr>
            <a:r>
              <a:t/>
            </a:r>
            <a:endParaRPr b="1" i="0" sz="1900" u="none" cap="none" strike="noStrike">
              <a:solidFill>
                <a:srgbClr val="EFEFEF"/>
              </a:solidFill>
              <a:latin typeface="Times New Roman"/>
              <a:ea typeface="Times New Roman"/>
              <a:cs typeface="Times New Roman"/>
              <a:sym typeface="Times New Roman"/>
            </a:endParaRPr>
          </a:p>
          <a:p>
            <a:pPr indent="-349250" lvl="0" marL="457200" marR="0" rtl="0" algn="l">
              <a:lnSpc>
                <a:spcPct val="100000"/>
              </a:lnSpc>
              <a:spcBef>
                <a:spcPts val="0"/>
              </a:spcBef>
              <a:spcAft>
                <a:spcPts val="0"/>
              </a:spcAft>
              <a:buClr>
                <a:srgbClr val="EFEFEF"/>
              </a:buClr>
              <a:buSzPts val="1900"/>
              <a:buFont typeface="Times New Roman"/>
              <a:buChar char="●"/>
            </a:pPr>
            <a:r>
              <a:rPr b="1" i="0" lang="en-GB" sz="1900" u="none" cap="none" strike="noStrike">
                <a:solidFill>
                  <a:srgbClr val="EFEFEF"/>
                </a:solidFill>
                <a:latin typeface="Times New Roman"/>
                <a:ea typeface="Times New Roman"/>
                <a:cs typeface="Times New Roman"/>
                <a:sym typeface="Times New Roman"/>
              </a:rPr>
              <a:t>AI </a:t>
            </a:r>
            <a:r>
              <a:rPr b="1" lang="en-GB" sz="1900">
                <a:solidFill>
                  <a:srgbClr val="EFEFEF"/>
                </a:solidFill>
                <a:latin typeface="Times New Roman"/>
                <a:ea typeface="Times New Roman"/>
                <a:cs typeface="Times New Roman"/>
                <a:sym typeface="Times New Roman"/>
              </a:rPr>
              <a:t>Tools</a:t>
            </a:r>
            <a:r>
              <a:rPr b="1" i="0" lang="en-GB" sz="1900" u="none" cap="none" strike="noStrike">
                <a:solidFill>
                  <a:srgbClr val="EFEFEF"/>
                </a:solidFill>
                <a:latin typeface="Times New Roman"/>
                <a:ea typeface="Times New Roman"/>
                <a:cs typeface="Times New Roman"/>
                <a:sym typeface="Times New Roman"/>
              </a:rPr>
              <a:t>: Chat-Gpt, Plant UML, Chat UML, AI-Powered</a:t>
            </a:r>
            <a:r>
              <a:rPr b="1" lang="en-GB" sz="1900">
                <a:solidFill>
                  <a:srgbClr val="EFEFEF"/>
                </a:solidFill>
                <a:latin typeface="Times New Roman"/>
                <a:ea typeface="Times New Roman"/>
                <a:cs typeface="Times New Roman"/>
                <a:sym typeface="Times New Roman"/>
              </a:rPr>
              <a:t> Prototype.</a:t>
            </a:r>
            <a:r>
              <a:rPr b="1" i="0" lang="en-GB" sz="1900" u="none" cap="none" strike="noStrike">
                <a:solidFill>
                  <a:srgbClr val="EFEFEF"/>
                </a:solidFill>
                <a:latin typeface="Times New Roman"/>
                <a:ea typeface="Times New Roman"/>
                <a:cs typeface="Times New Roman"/>
                <a:sym typeface="Times New Roman"/>
              </a:rPr>
              <a:t> </a:t>
            </a:r>
            <a:endParaRPr b="1" i="0" sz="1900" u="none" cap="none" strike="noStrike">
              <a:solidFill>
                <a:srgbClr val="EFEFEF"/>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1900"/>
              <a:buFont typeface="Arial"/>
              <a:buNone/>
            </a:pPr>
            <a:r>
              <a:t/>
            </a:r>
            <a:endParaRPr b="1" i="0" sz="1900" u="none" cap="none" strike="noStrike">
              <a:solidFill>
                <a:srgbClr val="EFEFEF"/>
              </a:solidFill>
              <a:latin typeface="Times New Roman"/>
              <a:ea typeface="Times New Roman"/>
              <a:cs typeface="Times New Roman"/>
              <a:sym typeface="Times New Roman"/>
            </a:endParaRPr>
          </a:p>
          <a:p>
            <a:pPr indent="-349250" lvl="0" marL="457200" marR="0" rtl="0" algn="l">
              <a:lnSpc>
                <a:spcPct val="100000"/>
              </a:lnSpc>
              <a:spcBef>
                <a:spcPts val="0"/>
              </a:spcBef>
              <a:spcAft>
                <a:spcPts val="0"/>
              </a:spcAft>
              <a:buClr>
                <a:srgbClr val="EFEFEF"/>
              </a:buClr>
              <a:buSzPts val="1900"/>
              <a:buFont typeface="Times New Roman"/>
              <a:buChar char="●"/>
            </a:pPr>
            <a:r>
              <a:rPr b="1" i="0" lang="en-GB" sz="1900" u="none" cap="none" strike="noStrike">
                <a:solidFill>
                  <a:srgbClr val="EFEFEF"/>
                </a:solidFill>
                <a:latin typeface="Times New Roman"/>
                <a:ea typeface="Times New Roman"/>
                <a:cs typeface="Times New Roman"/>
                <a:sym typeface="Times New Roman"/>
              </a:rPr>
              <a:t>AI to generate prototypes and mockups from descriptions.</a:t>
            </a:r>
            <a:endParaRPr b="1" i="0" sz="1900" u="none" cap="none" strike="noStrike">
              <a:solidFill>
                <a:srgbClr val="EFEFEF"/>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900"/>
              <a:buFont typeface="Arial"/>
              <a:buNone/>
            </a:pPr>
            <a:r>
              <a:t/>
            </a:r>
            <a:endParaRPr b="1" i="0" sz="1900" u="none" cap="none" strike="noStrike">
              <a:solidFill>
                <a:srgbClr val="EFEFEF"/>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900"/>
              <a:buFont typeface="Arial"/>
              <a:buNone/>
            </a:pPr>
            <a:r>
              <a:t/>
            </a:r>
            <a:endParaRPr b="1" i="0" sz="1900" u="none" cap="none" strike="noStrike">
              <a:solidFill>
                <a:srgbClr val="EFEFEF"/>
              </a:solidFill>
              <a:latin typeface="Times New Roman"/>
              <a:ea typeface="Times New Roman"/>
              <a:cs typeface="Times New Roman"/>
              <a:sym typeface="Times New Roman"/>
            </a:endParaRPr>
          </a:p>
        </p:txBody>
      </p:sp>
      <p:sp>
        <p:nvSpPr>
          <p:cNvPr id="175" name="Google Shape;175;p18"/>
          <p:cNvSpPr txBox="1"/>
          <p:nvPr/>
        </p:nvSpPr>
        <p:spPr>
          <a:xfrm>
            <a:off x="4443276" y="4138972"/>
            <a:ext cx="3018300" cy="361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ACACA"/>
              </a:solidFill>
              <a:latin typeface="Montserrat"/>
              <a:ea typeface="Montserrat"/>
              <a:cs typeface="Montserrat"/>
              <a:sym typeface="Montserrat"/>
            </a:endParaRPr>
          </a:p>
        </p:txBody>
      </p:sp>
      <p:sp>
        <p:nvSpPr>
          <p:cNvPr id="176" name="Google Shape;176;p18"/>
          <p:cNvSpPr txBox="1"/>
          <p:nvPr>
            <p:ph idx="12" type="sldNum"/>
          </p:nvPr>
        </p:nvSpPr>
        <p:spPr>
          <a:xfrm>
            <a:off x="8472458" y="5181352"/>
            <a:ext cx="548700" cy="4374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GB"/>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dk2"/>
        </a:solidFill>
      </p:bgPr>
    </p:bg>
    <p:spTree>
      <p:nvGrpSpPr>
        <p:cNvPr id="180" name="Shape 180"/>
        <p:cNvGrpSpPr/>
        <p:nvPr/>
      </p:nvGrpSpPr>
      <p:grpSpPr>
        <a:xfrm>
          <a:off x="0" y="0"/>
          <a:ext cx="0" cy="0"/>
          <a:chOff x="0" y="0"/>
          <a:chExt cx="0" cy="0"/>
        </a:xfrm>
      </p:grpSpPr>
      <p:sp>
        <p:nvSpPr>
          <p:cNvPr id="181" name="Google Shape;181;p19"/>
          <p:cNvSpPr/>
          <p:nvPr/>
        </p:nvSpPr>
        <p:spPr>
          <a:xfrm>
            <a:off x="2285131" y="5208371"/>
            <a:ext cx="274319" cy="304495"/>
          </a:xfrm>
          <a:custGeom>
            <a:rect b="b" l="l" r="r" t="t"/>
            <a:pathLst>
              <a:path extrusionOk="0" h="548640" w="548639">
                <a:moveTo>
                  <a:pt x="548640" y="0"/>
                </a:moveTo>
                <a:lnTo>
                  <a:pt x="0" y="0"/>
                </a:lnTo>
                <a:lnTo>
                  <a:pt x="0" y="548580"/>
                </a:lnTo>
                <a:lnTo>
                  <a:pt x="274320" y="548580"/>
                </a:lnTo>
                <a:lnTo>
                  <a:pt x="548640" y="548580"/>
                </a:lnTo>
                <a:lnTo>
                  <a:pt x="548640" y="0"/>
                </a:lnTo>
                <a:close/>
              </a:path>
            </a:pathLst>
          </a:custGeom>
          <a:solidFill>
            <a:srgbClr val="DCCAB6"/>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182" name="Google Shape;182;p19"/>
          <p:cNvSpPr/>
          <p:nvPr/>
        </p:nvSpPr>
        <p:spPr>
          <a:xfrm>
            <a:off x="1787959" y="5208371"/>
            <a:ext cx="274319" cy="304495"/>
          </a:xfrm>
          <a:custGeom>
            <a:rect b="b" l="l" r="r" t="t"/>
            <a:pathLst>
              <a:path extrusionOk="0" h="548640" w="548639">
                <a:moveTo>
                  <a:pt x="548627" y="0"/>
                </a:moveTo>
                <a:lnTo>
                  <a:pt x="0" y="0"/>
                </a:lnTo>
                <a:lnTo>
                  <a:pt x="0" y="548580"/>
                </a:lnTo>
                <a:lnTo>
                  <a:pt x="274307" y="548580"/>
                </a:lnTo>
                <a:lnTo>
                  <a:pt x="548627" y="548580"/>
                </a:lnTo>
                <a:lnTo>
                  <a:pt x="548627" y="0"/>
                </a:lnTo>
                <a:close/>
              </a:path>
            </a:pathLst>
          </a:custGeom>
          <a:solidFill>
            <a:srgbClr val="DCCAB6"/>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183" name="Google Shape;183;p19"/>
          <p:cNvSpPr/>
          <p:nvPr/>
        </p:nvSpPr>
        <p:spPr>
          <a:xfrm>
            <a:off x="1290782" y="5208371"/>
            <a:ext cx="274319" cy="304495"/>
          </a:xfrm>
          <a:custGeom>
            <a:rect b="b" l="l" r="r" t="t"/>
            <a:pathLst>
              <a:path extrusionOk="0" h="548640" w="548639">
                <a:moveTo>
                  <a:pt x="548640" y="0"/>
                </a:moveTo>
                <a:lnTo>
                  <a:pt x="0" y="0"/>
                </a:lnTo>
                <a:lnTo>
                  <a:pt x="0" y="548580"/>
                </a:lnTo>
                <a:lnTo>
                  <a:pt x="274320" y="548580"/>
                </a:lnTo>
                <a:lnTo>
                  <a:pt x="548640" y="548580"/>
                </a:lnTo>
                <a:lnTo>
                  <a:pt x="548640" y="0"/>
                </a:lnTo>
                <a:close/>
              </a:path>
            </a:pathLst>
          </a:custGeom>
          <a:solidFill>
            <a:srgbClr val="DCCAB6"/>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pic>
        <p:nvPicPr>
          <p:cNvPr id="184" name="Google Shape;184;p19"/>
          <p:cNvPicPr preferRelativeResize="0"/>
          <p:nvPr/>
        </p:nvPicPr>
        <p:blipFill rotWithShape="1">
          <a:blip r:embed="rId3">
            <a:alphaModFix/>
          </a:blip>
          <a:srcRect b="0" l="0" r="0" t="0"/>
          <a:stretch/>
        </p:blipFill>
        <p:spPr>
          <a:xfrm>
            <a:off x="802591" y="776282"/>
            <a:ext cx="3668309" cy="319645"/>
          </a:xfrm>
          <a:prstGeom prst="rect">
            <a:avLst/>
          </a:prstGeom>
          <a:noFill/>
          <a:ln>
            <a:noFill/>
          </a:ln>
        </p:spPr>
      </p:pic>
      <p:sp>
        <p:nvSpPr>
          <p:cNvPr id="185" name="Google Shape;185;p19"/>
          <p:cNvSpPr txBox="1"/>
          <p:nvPr>
            <p:ph type="title"/>
          </p:nvPr>
        </p:nvSpPr>
        <p:spPr>
          <a:xfrm>
            <a:off x="632827" y="1880739"/>
            <a:ext cx="4048500" cy="2481000"/>
          </a:xfrm>
          <a:prstGeom prst="rect">
            <a:avLst/>
          </a:prstGeom>
          <a:noFill/>
          <a:ln>
            <a:noFill/>
          </a:ln>
        </p:spPr>
        <p:txBody>
          <a:bodyPr anchorCtr="0" anchor="t" bIns="0" lIns="0" spcFirstLastPara="1" rIns="0" wrap="square" tIns="5375">
            <a:spAutoFit/>
          </a:bodyPr>
          <a:lstStyle/>
          <a:p>
            <a:pPr indent="0" lvl="0" marL="0" marR="0" rtl="0" algn="ctr">
              <a:lnSpc>
                <a:spcPct val="100600"/>
              </a:lnSpc>
              <a:spcBef>
                <a:spcPts val="0"/>
              </a:spcBef>
              <a:spcAft>
                <a:spcPts val="0"/>
              </a:spcAft>
              <a:buSzPts val="2800"/>
              <a:buNone/>
            </a:pPr>
            <a:r>
              <a:rPr b="1" lang="en-GB" sz="2000">
                <a:solidFill>
                  <a:srgbClr val="11294A"/>
                </a:solidFill>
                <a:latin typeface="Times New Roman"/>
                <a:ea typeface="Times New Roman"/>
                <a:cs typeface="Times New Roman"/>
                <a:sym typeface="Times New Roman"/>
              </a:rPr>
              <a:t>AI technologies like machine learning and natural language processing are pivotal in design. They analyze user data and preferences, enabling designers to create more relevant and tailored mockups, enhancing user experience significantly.</a:t>
            </a:r>
            <a:endParaRPr b="1" sz="2000">
              <a:solidFill>
                <a:srgbClr val="11294A"/>
              </a:solidFill>
              <a:latin typeface="Times New Roman"/>
              <a:ea typeface="Times New Roman"/>
              <a:cs typeface="Times New Roman"/>
              <a:sym typeface="Times New Roman"/>
            </a:endParaRPr>
          </a:p>
        </p:txBody>
      </p:sp>
      <p:pic>
        <p:nvPicPr>
          <p:cNvPr id="186" name="Google Shape;186;p19"/>
          <p:cNvPicPr preferRelativeResize="0"/>
          <p:nvPr/>
        </p:nvPicPr>
        <p:blipFill rotWithShape="1">
          <a:blip r:embed="rId4">
            <a:alphaModFix/>
          </a:blip>
          <a:srcRect b="0" l="0" r="0" t="0"/>
          <a:stretch/>
        </p:blipFill>
        <p:spPr>
          <a:xfrm>
            <a:off x="4786825" y="1370175"/>
            <a:ext cx="4048501" cy="3552225"/>
          </a:xfrm>
          <a:prstGeom prst="rect">
            <a:avLst/>
          </a:prstGeom>
          <a:noFill/>
          <a:ln>
            <a:noFill/>
          </a:ln>
        </p:spPr>
      </p:pic>
      <p:sp>
        <p:nvSpPr>
          <p:cNvPr id="187" name="Google Shape;187;p19"/>
          <p:cNvSpPr txBox="1"/>
          <p:nvPr>
            <p:ph idx="12" type="sldNum"/>
          </p:nvPr>
        </p:nvSpPr>
        <p:spPr>
          <a:xfrm>
            <a:off x="6583680" y="5314950"/>
            <a:ext cx="2103000" cy="153900"/>
          </a:xfrm>
          <a:prstGeom prst="rect">
            <a:avLst/>
          </a:prstGeom>
          <a:noFill/>
          <a:ln>
            <a:noFill/>
          </a:ln>
        </p:spPr>
        <p:txBody>
          <a:bodyPr anchorCtr="0" anchor="t" bIns="0" lIns="0" spcFirstLastPara="1" rIns="0" wrap="square" tIns="0">
            <a:sp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GB"/>
              <a:t>‹#›</a:t>
            </a:fld>
            <a:endParaRPr>
              <a:solidFill>
                <a:schemeClr val="lt1"/>
              </a:solidFill>
            </a:endParaRPr>
          </a:p>
        </p:txBody>
      </p:sp>
      <p:pic>
        <p:nvPicPr>
          <p:cNvPr id="188" name="Google Shape;188;p19"/>
          <p:cNvPicPr preferRelativeResize="0"/>
          <p:nvPr/>
        </p:nvPicPr>
        <p:blipFill rotWithShape="1">
          <a:blip r:embed="rId5">
            <a:alphaModFix/>
          </a:blip>
          <a:srcRect b="0" l="0" r="0" t="0"/>
          <a:stretch/>
        </p:blipFill>
        <p:spPr>
          <a:xfrm>
            <a:off x="7463391" y="101966"/>
            <a:ext cx="1432325" cy="1074850"/>
          </a:xfrm>
          <a:prstGeom prst="rect">
            <a:avLst/>
          </a:prstGeom>
          <a:noFill/>
          <a:ln>
            <a:noFill/>
          </a:ln>
        </p:spPr>
      </p:pic>
      <p:sp>
        <p:nvSpPr>
          <p:cNvPr id="189" name="Google Shape;189;p19"/>
          <p:cNvSpPr txBox="1"/>
          <p:nvPr/>
        </p:nvSpPr>
        <p:spPr>
          <a:xfrm>
            <a:off x="3627150" y="5342400"/>
            <a:ext cx="2694300" cy="319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300"/>
              <a:buFont typeface="Arial"/>
              <a:buNone/>
            </a:pPr>
            <a:r>
              <a:rPr b="1" i="0" lang="en-GB" sz="1300" u="none" cap="none" strike="noStrike">
                <a:solidFill>
                  <a:srgbClr val="5B0F00"/>
                </a:solidFill>
                <a:latin typeface="Lato"/>
                <a:ea typeface="Lato"/>
                <a:cs typeface="Lato"/>
                <a:sym typeface="Lato"/>
              </a:rPr>
              <a:t>CDAC Hyderabad</a:t>
            </a:r>
            <a:endParaRPr b="1" i="0" sz="1300" u="none" cap="none" strike="noStrike">
              <a:solidFill>
                <a:srgbClr val="5B0F00"/>
              </a:solidFill>
              <a:latin typeface="Lato"/>
              <a:ea typeface="Lato"/>
              <a:cs typeface="Lato"/>
              <a:sym typeface="La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0"/>
          <p:cNvSpPr txBox="1"/>
          <p:nvPr>
            <p:ph type="title"/>
          </p:nvPr>
        </p:nvSpPr>
        <p:spPr>
          <a:xfrm>
            <a:off x="1056975" y="415639"/>
            <a:ext cx="6589800" cy="13773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GB"/>
              <a:t>INTRODUCTION TO AI IN REQUIREMENT ANALYSIS</a:t>
            </a:r>
            <a:endParaRPr/>
          </a:p>
          <a:p>
            <a:pPr indent="0" lvl="0" marL="0" rtl="0" algn="l">
              <a:lnSpc>
                <a:spcPct val="100000"/>
              </a:lnSpc>
              <a:spcBef>
                <a:spcPts val="0"/>
              </a:spcBef>
              <a:spcAft>
                <a:spcPts val="0"/>
              </a:spcAft>
              <a:buSzPct val="111111"/>
              <a:buNone/>
            </a:pPr>
            <a:r>
              <a:t/>
            </a:r>
            <a:endParaRPr/>
          </a:p>
          <a:p>
            <a:pPr indent="0" lvl="0" marL="0" rtl="0" algn="l">
              <a:lnSpc>
                <a:spcPct val="100000"/>
              </a:lnSpc>
              <a:spcBef>
                <a:spcPts val="0"/>
              </a:spcBef>
              <a:spcAft>
                <a:spcPts val="0"/>
              </a:spcAft>
              <a:buSzPct val="111111"/>
              <a:buNone/>
            </a:pPr>
            <a:r>
              <a:t/>
            </a:r>
            <a:endParaRPr/>
          </a:p>
        </p:txBody>
      </p:sp>
      <p:sp>
        <p:nvSpPr>
          <p:cNvPr id="195" name="Google Shape;195;p20"/>
          <p:cNvSpPr txBox="1"/>
          <p:nvPr>
            <p:ph idx="1" type="body"/>
          </p:nvPr>
        </p:nvSpPr>
        <p:spPr>
          <a:xfrm>
            <a:off x="948225" y="1164750"/>
            <a:ext cx="4610700" cy="3648900"/>
          </a:xfrm>
          <a:prstGeom prst="rect">
            <a:avLst/>
          </a:prstGeom>
          <a:noFill/>
          <a:ln>
            <a:noFill/>
          </a:ln>
        </p:spPr>
        <p:txBody>
          <a:bodyPr anchorCtr="0" anchor="t" bIns="91425" lIns="91425" spcFirstLastPara="1" rIns="91425" wrap="square" tIns="91425">
            <a:normAutofit lnSpcReduction="20000"/>
          </a:bodyPr>
          <a:lstStyle/>
          <a:p>
            <a:pPr indent="0" lvl="0" marL="0" rtl="0" algn="l">
              <a:lnSpc>
                <a:spcPct val="115000"/>
              </a:lnSpc>
              <a:spcBef>
                <a:spcPts val="0"/>
              </a:spcBef>
              <a:spcAft>
                <a:spcPts val="0"/>
              </a:spcAft>
              <a:buSzPts val="1300"/>
              <a:buNone/>
            </a:pPr>
            <a:r>
              <a:t/>
            </a:r>
            <a:endParaRPr/>
          </a:p>
          <a:p>
            <a:pPr indent="0" lvl="0" marL="0" rtl="0" algn="l">
              <a:lnSpc>
                <a:spcPct val="115000"/>
              </a:lnSpc>
              <a:spcBef>
                <a:spcPts val="1200"/>
              </a:spcBef>
              <a:spcAft>
                <a:spcPts val="0"/>
              </a:spcAft>
              <a:buSzPts val="1300"/>
              <a:buNone/>
            </a:pPr>
            <a:r>
              <a:rPr lang="en-GB" sz="2000">
                <a:latin typeface="Times New Roman"/>
                <a:ea typeface="Times New Roman"/>
                <a:cs typeface="Times New Roman"/>
                <a:sym typeface="Times New Roman"/>
              </a:rPr>
              <a:t>In today's rapidly evolving software </a:t>
            </a:r>
            <a:r>
              <a:rPr lang="en-GB" sz="2000">
                <a:latin typeface="Times New Roman"/>
                <a:ea typeface="Times New Roman"/>
                <a:cs typeface="Times New Roman"/>
                <a:sym typeface="Times New Roman"/>
              </a:rPr>
              <a:t>landscape, </a:t>
            </a:r>
            <a:r>
              <a:rPr lang="en-GB" sz="2000">
                <a:latin typeface="Times New Roman"/>
                <a:ea typeface="Times New Roman"/>
                <a:cs typeface="Times New Roman"/>
                <a:sym typeface="Times New Roman"/>
              </a:rPr>
              <a:t>AI plays a pivotal role in enhancing requirement analysis and design processes. This presentation explores a comprehensive approach utilizing UML modeling and automated tools to improve efficiency and accuracy in software development.</a:t>
            </a:r>
            <a:endParaRPr sz="2000">
              <a:latin typeface="Times New Roman"/>
              <a:ea typeface="Times New Roman"/>
              <a:cs typeface="Times New Roman"/>
              <a:sym typeface="Times New Roman"/>
            </a:endParaRPr>
          </a:p>
          <a:p>
            <a:pPr indent="0" lvl="0" marL="0" rtl="0" algn="l">
              <a:lnSpc>
                <a:spcPct val="115000"/>
              </a:lnSpc>
              <a:spcBef>
                <a:spcPts val="1200"/>
              </a:spcBef>
              <a:spcAft>
                <a:spcPts val="0"/>
              </a:spcAft>
              <a:buSzPts val="1300"/>
              <a:buNone/>
            </a:pPr>
            <a:r>
              <a:t/>
            </a:r>
            <a:endParaRPr/>
          </a:p>
          <a:p>
            <a:pPr indent="0" lvl="0" marL="0" rtl="0" algn="l">
              <a:lnSpc>
                <a:spcPct val="115000"/>
              </a:lnSpc>
              <a:spcBef>
                <a:spcPts val="1200"/>
              </a:spcBef>
              <a:spcAft>
                <a:spcPts val="1200"/>
              </a:spcAft>
              <a:buSzPts val="1300"/>
              <a:buNone/>
            </a:pPr>
            <a:r>
              <a:t/>
            </a:r>
            <a:endParaRPr/>
          </a:p>
        </p:txBody>
      </p:sp>
      <p:pic>
        <p:nvPicPr>
          <p:cNvPr id="196" name="Google Shape;196;p20"/>
          <p:cNvPicPr preferRelativeResize="0"/>
          <p:nvPr/>
        </p:nvPicPr>
        <p:blipFill rotWithShape="1">
          <a:blip r:embed="rId3">
            <a:alphaModFix/>
          </a:blip>
          <a:srcRect b="0" l="0" r="0" t="0"/>
          <a:stretch/>
        </p:blipFill>
        <p:spPr>
          <a:xfrm>
            <a:off x="5667850" y="1853444"/>
            <a:ext cx="3207675" cy="2960305"/>
          </a:xfrm>
          <a:prstGeom prst="rect">
            <a:avLst/>
          </a:prstGeom>
          <a:noFill/>
          <a:ln>
            <a:noFill/>
          </a:ln>
        </p:spPr>
      </p:pic>
      <p:sp>
        <p:nvSpPr>
          <p:cNvPr id="197" name="Google Shape;197;p20"/>
          <p:cNvSpPr txBox="1"/>
          <p:nvPr>
            <p:ph idx="12" type="sldNum"/>
          </p:nvPr>
        </p:nvSpPr>
        <p:spPr>
          <a:xfrm>
            <a:off x="8472458" y="5181352"/>
            <a:ext cx="548700" cy="4374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GB"/>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pic>
        <p:nvPicPr>
          <p:cNvPr id="202" name="Google Shape;202;p21"/>
          <p:cNvPicPr preferRelativeResize="0"/>
          <p:nvPr/>
        </p:nvPicPr>
        <p:blipFill rotWithShape="1">
          <a:blip r:embed="rId3">
            <a:alphaModFix/>
          </a:blip>
          <a:srcRect b="0" l="0" r="0" t="0"/>
          <a:stretch/>
        </p:blipFill>
        <p:spPr>
          <a:xfrm>
            <a:off x="4705725" y="1312917"/>
            <a:ext cx="3529426" cy="2469333"/>
          </a:xfrm>
          <a:prstGeom prst="rect">
            <a:avLst/>
          </a:prstGeom>
          <a:noFill/>
          <a:ln>
            <a:noFill/>
          </a:ln>
        </p:spPr>
      </p:pic>
      <p:sp>
        <p:nvSpPr>
          <p:cNvPr id="203" name="Google Shape;203;p21"/>
          <p:cNvSpPr txBox="1"/>
          <p:nvPr/>
        </p:nvSpPr>
        <p:spPr>
          <a:xfrm>
            <a:off x="494875" y="319000"/>
            <a:ext cx="7401900" cy="345000"/>
          </a:xfrm>
          <a:prstGeom prst="rect">
            <a:avLst/>
          </a:prstGeom>
          <a:noFill/>
          <a:ln>
            <a:noFill/>
          </a:ln>
        </p:spPr>
        <p:txBody>
          <a:bodyPr anchorCtr="0" anchor="t" bIns="0" lIns="0" spcFirstLastPara="1" rIns="0" wrap="square" tIns="6350">
            <a:spAutoFit/>
          </a:bodyPr>
          <a:lstStyle/>
          <a:p>
            <a:pPr indent="0" lvl="0" marL="0" marR="0" rtl="0" algn="l">
              <a:lnSpc>
                <a:spcPct val="100000"/>
              </a:lnSpc>
              <a:spcBef>
                <a:spcPts val="0"/>
              </a:spcBef>
              <a:spcAft>
                <a:spcPts val="0"/>
              </a:spcAft>
              <a:buClr>
                <a:srgbClr val="000000"/>
              </a:buClr>
              <a:buSzPts val="2200"/>
              <a:buFont typeface="Arial"/>
              <a:buNone/>
            </a:pPr>
            <a:r>
              <a:rPr b="1" i="0" lang="en-GB" sz="2200" u="none" cap="none" strike="noStrike">
                <a:solidFill>
                  <a:srgbClr val="D0E0E3"/>
                </a:solidFill>
                <a:latin typeface="Tahoma"/>
                <a:ea typeface="Tahoma"/>
                <a:cs typeface="Tahoma"/>
                <a:sym typeface="Tahoma"/>
              </a:rPr>
              <a:t>UNDERSTANDING REQUIREMENT ANALYSIS</a:t>
            </a:r>
            <a:endParaRPr b="1" i="0" sz="2200" u="none" cap="none" strike="noStrike">
              <a:solidFill>
                <a:srgbClr val="D0E0E3"/>
              </a:solidFill>
              <a:latin typeface="Tahoma"/>
              <a:ea typeface="Tahoma"/>
              <a:cs typeface="Tahoma"/>
              <a:sym typeface="Tahoma"/>
            </a:endParaRPr>
          </a:p>
        </p:txBody>
      </p:sp>
      <p:sp>
        <p:nvSpPr>
          <p:cNvPr id="204" name="Google Shape;204;p21"/>
          <p:cNvSpPr txBox="1"/>
          <p:nvPr>
            <p:ph type="title"/>
          </p:nvPr>
        </p:nvSpPr>
        <p:spPr>
          <a:xfrm>
            <a:off x="593375" y="1312917"/>
            <a:ext cx="3138600" cy="2222400"/>
          </a:xfrm>
          <a:prstGeom prst="rect">
            <a:avLst/>
          </a:prstGeom>
          <a:noFill/>
          <a:ln>
            <a:noFill/>
          </a:ln>
        </p:spPr>
        <p:txBody>
          <a:bodyPr anchorCtr="0" anchor="t" bIns="0" lIns="0" spcFirstLastPara="1" rIns="0" wrap="square" tIns="5700">
            <a:spAutoFit/>
          </a:bodyPr>
          <a:lstStyle/>
          <a:p>
            <a:pPr indent="0" lvl="0" marL="0" marR="0" rtl="0" algn="l">
              <a:lnSpc>
                <a:spcPct val="100000"/>
              </a:lnSpc>
              <a:spcBef>
                <a:spcPts val="0"/>
              </a:spcBef>
              <a:spcAft>
                <a:spcPts val="0"/>
              </a:spcAft>
              <a:buSzPts val="700"/>
              <a:buNone/>
            </a:pPr>
            <a:r>
              <a:rPr b="0" lang="en-GB" sz="1600">
                <a:solidFill>
                  <a:srgbClr val="EFEFEF"/>
                </a:solidFill>
                <a:latin typeface="Times New Roman"/>
                <a:ea typeface="Times New Roman"/>
                <a:cs typeface="Times New Roman"/>
                <a:sym typeface="Times New Roman"/>
              </a:rPr>
              <a:t>Requirement analysis is a critical phase in software development that involves gathering, validating, and documenting user needs. By</a:t>
            </a:r>
            <a:r>
              <a:rPr lang="en-GB" sz="1600">
                <a:solidFill>
                  <a:srgbClr val="EFEFEF"/>
                </a:solidFill>
                <a:latin typeface="Times New Roman"/>
                <a:ea typeface="Times New Roman"/>
                <a:cs typeface="Times New Roman"/>
                <a:sym typeface="Times New Roman"/>
              </a:rPr>
              <a:t> </a:t>
            </a:r>
            <a:r>
              <a:rPr b="0" lang="en-GB" sz="1600">
                <a:solidFill>
                  <a:srgbClr val="EFEFEF"/>
                </a:solidFill>
                <a:latin typeface="Times New Roman"/>
                <a:ea typeface="Times New Roman"/>
                <a:cs typeface="Times New Roman"/>
                <a:sym typeface="Times New Roman"/>
              </a:rPr>
              <a:t>leveraging AI, organizations can automate repetitive tasks, ensuring more accurate and comprehensive requirements gathering through advanced data analytics.</a:t>
            </a:r>
            <a:endParaRPr sz="1600">
              <a:solidFill>
                <a:srgbClr val="EFEFEF"/>
              </a:solidFill>
              <a:latin typeface="Times New Roman"/>
              <a:ea typeface="Times New Roman"/>
              <a:cs typeface="Times New Roman"/>
              <a:sym typeface="Times New Roman"/>
            </a:endParaRPr>
          </a:p>
        </p:txBody>
      </p:sp>
      <p:sp>
        <p:nvSpPr>
          <p:cNvPr id="205" name="Google Shape;205;p21"/>
          <p:cNvSpPr txBox="1"/>
          <p:nvPr/>
        </p:nvSpPr>
        <p:spPr>
          <a:xfrm>
            <a:off x="614250" y="3472500"/>
            <a:ext cx="7401900" cy="1349700"/>
          </a:xfrm>
          <a:prstGeom prst="rect">
            <a:avLst/>
          </a:prstGeom>
          <a:noFill/>
          <a:ln>
            <a:noFill/>
          </a:ln>
        </p:spPr>
        <p:txBody>
          <a:bodyPr anchorCtr="0" anchor="t" bIns="0" lIns="0" spcFirstLastPara="1" rIns="0" wrap="square" tIns="8250">
            <a:spAutoFit/>
          </a:bodyPr>
          <a:lstStyle/>
          <a:p>
            <a:pPr indent="0" lvl="0" marL="0" marR="4013200" rtl="0" algn="l">
              <a:lnSpc>
                <a:spcPct val="99000"/>
              </a:lnSpc>
              <a:spcBef>
                <a:spcPts val="0"/>
              </a:spcBef>
              <a:spcAft>
                <a:spcPts val="0"/>
              </a:spcAft>
              <a:buClr>
                <a:srgbClr val="000000"/>
              </a:buClr>
              <a:buSzPts val="1600"/>
              <a:buFont typeface="Arial"/>
              <a:buNone/>
            </a:pPr>
            <a:r>
              <a:t/>
            </a:r>
            <a:endParaRPr b="0" i="0" sz="1600" u="none" cap="none" strike="noStrike">
              <a:solidFill>
                <a:srgbClr val="EFEFEF"/>
              </a:solidFill>
              <a:latin typeface="Tahoma"/>
              <a:ea typeface="Tahoma"/>
              <a:cs typeface="Tahoma"/>
              <a:sym typeface="Tahoma"/>
            </a:endParaRPr>
          </a:p>
          <a:p>
            <a:pPr indent="0" lvl="0" marL="0" marR="0" rtl="0" algn="l">
              <a:lnSpc>
                <a:spcPct val="100000"/>
              </a:lnSpc>
              <a:spcBef>
                <a:spcPts val="200"/>
              </a:spcBef>
              <a:spcAft>
                <a:spcPts val="0"/>
              </a:spcAft>
              <a:buClr>
                <a:srgbClr val="000000"/>
              </a:buClr>
              <a:buSzPts val="1600"/>
              <a:buFont typeface="Arial"/>
              <a:buNone/>
            </a:pPr>
            <a:r>
              <a:t/>
            </a:r>
            <a:endParaRPr b="0" i="0" sz="1600" u="none" cap="none" strike="noStrike">
              <a:solidFill>
                <a:srgbClr val="EFEFEF"/>
              </a:solidFill>
              <a:latin typeface="Tahoma"/>
              <a:ea typeface="Tahoma"/>
              <a:cs typeface="Tahoma"/>
              <a:sym typeface="Tahoma"/>
            </a:endParaRPr>
          </a:p>
          <a:p>
            <a:pPr indent="0" lvl="0" marL="0" marR="0" rtl="0" algn="l">
              <a:lnSpc>
                <a:spcPct val="104200"/>
              </a:lnSpc>
              <a:spcBef>
                <a:spcPts val="0"/>
              </a:spcBef>
              <a:spcAft>
                <a:spcPts val="0"/>
              </a:spcAft>
              <a:buClr>
                <a:srgbClr val="000000"/>
              </a:buClr>
              <a:buSzPts val="1300"/>
              <a:buFont typeface="Arial"/>
              <a:buNone/>
            </a:pPr>
            <a:r>
              <a:rPr b="0" i="0" lang="en-GB" sz="1300" u="none" cap="none" strike="noStrike">
                <a:solidFill>
                  <a:srgbClr val="EFEFEF"/>
                </a:solidFill>
                <a:latin typeface="Tahoma"/>
                <a:ea typeface="Tahoma"/>
                <a:cs typeface="Tahoma"/>
                <a:sym typeface="Tahoma"/>
              </a:rPr>
              <a:t>AI for requirement analysis enhances project efficiency by automating data gathering, identifying stakeholder needs, and analyzing trends. It streamlines communication, reduces misunderstandings, and ensures that requirements align with business objectives, leading to more successful project outcomes and faster delivery times.</a:t>
            </a:r>
            <a:endParaRPr b="0" i="0" sz="1300" u="none" cap="none" strike="noStrike">
              <a:solidFill>
                <a:srgbClr val="EFEFEF"/>
              </a:solidFill>
              <a:latin typeface="Tahoma"/>
              <a:ea typeface="Tahoma"/>
              <a:cs typeface="Tahoma"/>
              <a:sym typeface="Tahoma"/>
            </a:endParaRPr>
          </a:p>
        </p:txBody>
      </p:sp>
      <p:sp>
        <p:nvSpPr>
          <p:cNvPr id="206" name="Google Shape;206;p21"/>
          <p:cNvSpPr txBox="1"/>
          <p:nvPr>
            <p:ph idx="12" type="sldNum"/>
          </p:nvPr>
        </p:nvSpPr>
        <p:spPr>
          <a:xfrm>
            <a:off x="6583680" y="5314950"/>
            <a:ext cx="2103000" cy="107700"/>
          </a:xfrm>
          <a:prstGeom prst="rect">
            <a:avLst/>
          </a:prstGeom>
          <a:noFill/>
          <a:ln>
            <a:noFill/>
          </a:ln>
        </p:spPr>
        <p:txBody>
          <a:bodyPr anchorCtr="0" anchor="t" bIns="0" lIns="0" spcFirstLastPara="1" rIns="0" wrap="square" tIns="0">
            <a:spAutoFit/>
          </a:bodyPr>
          <a:lstStyle/>
          <a:p>
            <a:pPr indent="0" lvl="0" marL="0" rtl="0" algn="r">
              <a:lnSpc>
                <a:spcPct val="100000"/>
              </a:lnSpc>
              <a:spcBef>
                <a:spcPts val="0"/>
              </a:spcBef>
              <a:spcAft>
                <a:spcPts val="0"/>
              </a:spcAft>
              <a:buClr>
                <a:srgbClr val="000000"/>
              </a:buClr>
              <a:buSzPts val="700"/>
              <a:buFont typeface="Arial"/>
              <a:buNone/>
            </a:pPr>
            <a:fld id="{00000000-1234-1234-1234-123412341234}" type="slidenum">
              <a:rPr lang="en-GB"/>
              <a:t>‹#›</a:t>
            </a:fld>
            <a:endParaRPr>
              <a:solidFill>
                <a:schemeClr val="lt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pic>
        <p:nvPicPr>
          <p:cNvPr id="211" name="Google Shape;211;p22"/>
          <p:cNvPicPr preferRelativeResize="0"/>
          <p:nvPr/>
        </p:nvPicPr>
        <p:blipFill rotWithShape="1">
          <a:blip r:embed="rId3">
            <a:alphaModFix/>
          </a:blip>
          <a:srcRect b="0" l="0" r="0" t="0"/>
          <a:stretch/>
        </p:blipFill>
        <p:spPr>
          <a:xfrm>
            <a:off x="4774614" y="1430074"/>
            <a:ext cx="3852867" cy="2934838"/>
          </a:xfrm>
          <a:prstGeom prst="rect">
            <a:avLst/>
          </a:prstGeom>
          <a:noFill/>
          <a:ln>
            <a:noFill/>
          </a:ln>
        </p:spPr>
      </p:pic>
      <p:sp>
        <p:nvSpPr>
          <p:cNvPr id="212" name="Google Shape;212;p22"/>
          <p:cNvSpPr txBox="1"/>
          <p:nvPr>
            <p:ph type="title"/>
          </p:nvPr>
        </p:nvSpPr>
        <p:spPr>
          <a:xfrm>
            <a:off x="557879" y="597654"/>
            <a:ext cx="3686400" cy="330600"/>
          </a:xfrm>
          <a:prstGeom prst="rect">
            <a:avLst/>
          </a:prstGeom>
          <a:noFill/>
          <a:ln>
            <a:noFill/>
          </a:ln>
        </p:spPr>
        <p:txBody>
          <a:bodyPr anchorCtr="0" anchor="t" bIns="0" lIns="0" spcFirstLastPara="1" rIns="0" wrap="square" tIns="7300">
            <a:spAutoFit/>
          </a:bodyPr>
          <a:lstStyle/>
          <a:p>
            <a:pPr indent="0" lvl="0" marL="0" rtl="0" algn="l">
              <a:lnSpc>
                <a:spcPct val="100000"/>
              </a:lnSpc>
              <a:spcBef>
                <a:spcPts val="0"/>
              </a:spcBef>
              <a:spcAft>
                <a:spcPts val="0"/>
              </a:spcAft>
              <a:buSzPts val="700"/>
              <a:buNone/>
            </a:pPr>
            <a:r>
              <a:rPr lang="en-GB" sz="2100">
                <a:solidFill>
                  <a:srgbClr val="D0E0E3"/>
                </a:solidFill>
              </a:rPr>
              <a:t>ROLE OF UML MODELING</a:t>
            </a:r>
            <a:endParaRPr sz="2100">
              <a:solidFill>
                <a:srgbClr val="D0E0E3"/>
              </a:solidFill>
            </a:endParaRPr>
          </a:p>
        </p:txBody>
      </p:sp>
      <p:sp>
        <p:nvSpPr>
          <p:cNvPr id="213" name="Google Shape;213;p22"/>
          <p:cNvSpPr txBox="1"/>
          <p:nvPr/>
        </p:nvSpPr>
        <p:spPr>
          <a:xfrm>
            <a:off x="387975" y="1430083"/>
            <a:ext cx="4171200" cy="2228100"/>
          </a:xfrm>
          <a:prstGeom prst="rect">
            <a:avLst/>
          </a:prstGeom>
          <a:noFill/>
          <a:ln>
            <a:noFill/>
          </a:ln>
        </p:spPr>
        <p:txBody>
          <a:bodyPr anchorCtr="0" anchor="t" bIns="0" lIns="0" spcFirstLastPara="1" rIns="0" wrap="square" tIns="6025">
            <a:spAutoFit/>
          </a:bodyPr>
          <a:lstStyle/>
          <a:p>
            <a:pPr indent="0" lvl="0" marL="152400" marR="495300" rtl="0" algn="ctr">
              <a:lnSpc>
                <a:spcPct val="100800"/>
              </a:lnSpc>
              <a:spcBef>
                <a:spcPts val="0"/>
              </a:spcBef>
              <a:spcAft>
                <a:spcPts val="0"/>
              </a:spcAft>
              <a:buClr>
                <a:srgbClr val="000000"/>
              </a:buClr>
              <a:buSzPts val="1600"/>
              <a:buFont typeface="Arial"/>
              <a:buNone/>
            </a:pPr>
            <a:r>
              <a:rPr b="0" i="0" lang="en-GB" sz="1600" u="none" cap="none" strike="noStrike">
                <a:solidFill>
                  <a:srgbClr val="EFEFEF"/>
                </a:solidFill>
                <a:latin typeface="Times New Roman"/>
                <a:ea typeface="Times New Roman"/>
                <a:cs typeface="Times New Roman"/>
                <a:sym typeface="Times New Roman"/>
              </a:rPr>
              <a:t>Unified Modeling Language (UML) provides a standardized way to visualize system architecture. By incorporating AI-driven tools, we can enhance UML modeling, enabling better communication among stakeholders and facilitating a clearer understanding of system requirements and design.</a:t>
            </a:r>
            <a:endParaRPr b="0" i="0" sz="1600" u="none" cap="none" strike="noStrike">
              <a:solidFill>
                <a:srgbClr val="EFEFEF"/>
              </a:solidFill>
              <a:latin typeface="Times New Roman"/>
              <a:ea typeface="Times New Roman"/>
              <a:cs typeface="Times New Roman"/>
              <a:sym typeface="Times New Roman"/>
            </a:endParaRPr>
          </a:p>
          <a:p>
            <a:pPr indent="0" lvl="0" marL="0" marR="0" rtl="0" algn="ctr">
              <a:lnSpc>
                <a:spcPct val="125000"/>
              </a:lnSpc>
              <a:spcBef>
                <a:spcPts val="400"/>
              </a:spcBef>
              <a:spcAft>
                <a:spcPts val="0"/>
              </a:spcAft>
              <a:buClr>
                <a:srgbClr val="000000"/>
              </a:buClr>
              <a:buSzPts val="1200"/>
              <a:buFont typeface="Arial"/>
              <a:buNone/>
            </a:pPr>
            <a:r>
              <a:t/>
            </a:r>
            <a:endParaRPr b="0" i="0" sz="1200" u="none" cap="none" strike="noStrike">
              <a:solidFill>
                <a:srgbClr val="EFEFEF"/>
              </a:solidFill>
              <a:latin typeface="Times New Roman"/>
              <a:ea typeface="Times New Roman"/>
              <a:cs typeface="Times New Roman"/>
              <a:sym typeface="Times New Roman"/>
            </a:endParaRPr>
          </a:p>
        </p:txBody>
      </p:sp>
      <p:sp>
        <p:nvSpPr>
          <p:cNvPr id="214" name="Google Shape;214;p22"/>
          <p:cNvSpPr txBox="1"/>
          <p:nvPr>
            <p:ph idx="12" type="sldNum"/>
          </p:nvPr>
        </p:nvSpPr>
        <p:spPr>
          <a:xfrm>
            <a:off x="6583680" y="5314950"/>
            <a:ext cx="2103000" cy="107700"/>
          </a:xfrm>
          <a:prstGeom prst="rect">
            <a:avLst/>
          </a:prstGeom>
          <a:noFill/>
          <a:ln>
            <a:noFill/>
          </a:ln>
        </p:spPr>
        <p:txBody>
          <a:bodyPr anchorCtr="0" anchor="t" bIns="0" lIns="0" spcFirstLastPara="1" rIns="0" wrap="square" tIns="0">
            <a:spAutoFit/>
          </a:bodyPr>
          <a:lstStyle/>
          <a:p>
            <a:pPr indent="0" lvl="0" marL="0" rtl="0" algn="r">
              <a:lnSpc>
                <a:spcPct val="100000"/>
              </a:lnSpc>
              <a:spcBef>
                <a:spcPts val="0"/>
              </a:spcBef>
              <a:spcAft>
                <a:spcPts val="0"/>
              </a:spcAft>
              <a:buClr>
                <a:srgbClr val="000000"/>
              </a:buClr>
              <a:buSzPts val="700"/>
              <a:buFont typeface="Arial"/>
              <a:buNone/>
            </a:pPr>
            <a:fld id="{00000000-1234-1234-1234-123412341234}" type="slidenum">
              <a:rPr lang="en-GB"/>
              <a:t>‹#›</a:t>
            </a:fld>
            <a:endParaRPr>
              <a:solidFill>
                <a:schemeClr val="lt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23"/>
          <p:cNvSpPr txBox="1"/>
          <p:nvPr>
            <p:ph type="title"/>
          </p:nvPr>
        </p:nvSpPr>
        <p:spPr>
          <a:xfrm>
            <a:off x="537769" y="1176349"/>
            <a:ext cx="3588300" cy="3231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700"/>
              <a:buNone/>
            </a:pPr>
            <a:r>
              <a:rPr lang="en-GB" sz="2100">
                <a:solidFill>
                  <a:srgbClr val="CCCCCC"/>
                </a:solidFill>
                <a:latin typeface="Arial"/>
                <a:ea typeface="Arial"/>
                <a:cs typeface="Arial"/>
                <a:sym typeface="Arial"/>
              </a:rPr>
              <a:t>Key Objectives of UML:</a:t>
            </a:r>
            <a:endParaRPr sz="2100">
              <a:solidFill>
                <a:srgbClr val="CCCCCC"/>
              </a:solidFill>
              <a:latin typeface="Arial"/>
              <a:ea typeface="Arial"/>
              <a:cs typeface="Arial"/>
              <a:sym typeface="Arial"/>
            </a:endParaRPr>
          </a:p>
        </p:txBody>
      </p:sp>
      <p:sp>
        <p:nvSpPr>
          <p:cNvPr id="220" name="Google Shape;220;p23"/>
          <p:cNvSpPr txBox="1"/>
          <p:nvPr>
            <p:ph idx="1" type="body"/>
          </p:nvPr>
        </p:nvSpPr>
        <p:spPr>
          <a:xfrm>
            <a:off x="971375" y="2078268"/>
            <a:ext cx="5097900" cy="2078100"/>
          </a:xfrm>
          <a:prstGeom prst="rect">
            <a:avLst/>
          </a:prstGeom>
          <a:noFill/>
          <a:ln>
            <a:noFill/>
          </a:ln>
        </p:spPr>
        <p:txBody>
          <a:bodyPr anchorCtr="0" anchor="t" bIns="0" lIns="0" spcFirstLastPara="1" rIns="0" wrap="square" tIns="0">
            <a:spAutoFit/>
          </a:bodyPr>
          <a:lstStyle/>
          <a:p>
            <a:pPr indent="-304800" lvl="0" marL="457200" rtl="0" algn="l">
              <a:lnSpc>
                <a:spcPct val="115000"/>
              </a:lnSpc>
              <a:spcBef>
                <a:spcPts val="0"/>
              </a:spcBef>
              <a:spcAft>
                <a:spcPts val="0"/>
              </a:spcAft>
              <a:buClr>
                <a:srgbClr val="E7E7E7"/>
              </a:buClr>
              <a:buSzPts val="1200"/>
              <a:buFont typeface="Times New Roman"/>
              <a:buChar char="●"/>
            </a:pPr>
            <a:r>
              <a:rPr lang="en-GB" sz="2000">
                <a:solidFill>
                  <a:srgbClr val="E7E7E7"/>
                </a:solidFill>
                <a:latin typeface="Times New Roman"/>
                <a:ea typeface="Times New Roman"/>
                <a:cs typeface="Times New Roman"/>
                <a:sym typeface="Times New Roman"/>
              </a:rPr>
              <a:t>Visualization</a:t>
            </a:r>
            <a:endParaRPr sz="2000">
              <a:solidFill>
                <a:srgbClr val="E7E7E7"/>
              </a:solidFill>
              <a:latin typeface="Times New Roman"/>
              <a:ea typeface="Times New Roman"/>
              <a:cs typeface="Times New Roman"/>
              <a:sym typeface="Times New Roman"/>
            </a:endParaRPr>
          </a:p>
          <a:p>
            <a:pPr indent="-304800" lvl="0" marL="457200" rtl="0" algn="l">
              <a:lnSpc>
                <a:spcPct val="115000"/>
              </a:lnSpc>
              <a:spcBef>
                <a:spcPts val="0"/>
              </a:spcBef>
              <a:spcAft>
                <a:spcPts val="0"/>
              </a:spcAft>
              <a:buClr>
                <a:srgbClr val="E7E7E7"/>
              </a:buClr>
              <a:buSzPts val="1200"/>
              <a:buFont typeface="Times New Roman"/>
              <a:buChar char="●"/>
            </a:pPr>
            <a:r>
              <a:rPr lang="en-GB" sz="2000">
                <a:solidFill>
                  <a:srgbClr val="E7E7E7"/>
                </a:solidFill>
                <a:latin typeface="Times New Roman"/>
                <a:ea typeface="Times New Roman"/>
                <a:cs typeface="Times New Roman"/>
                <a:sym typeface="Times New Roman"/>
              </a:rPr>
              <a:t>Specification</a:t>
            </a:r>
            <a:endParaRPr sz="2000">
              <a:solidFill>
                <a:srgbClr val="E7E7E7"/>
              </a:solidFill>
              <a:latin typeface="Times New Roman"/>
              <a:ea typeface="Times New Roman"/>
              <a:cs typeface="Times New Roman"/>
              <a:sym typeface="Times New Roman"/>
            </a:endParaRPr>
          </a:p>
          <a:p>
            <a:pPr indent="-304800" lvl="0" marL="457200" rtl="0" algn="l">
              <a:lnSpc>
                <a:spcPct val="115000"/>
              </a:lnSpc>
              <a:spcBef>
                <a:spcPts val="0"/>
              </a:spcBef>
              <a:spcAft>
                <a:spcPts val="0"/>
              </a:spcAft>
              <a:buClr>
                <a:srgbClr val="E7E7E7"/>
              </a:buClr>
              <a:buSzPts val="1200"/>
              <a:buFont typeface="Times New Roman"/>
              <a:buChar char="●"/>
            </a:pPr>
            <a:r>
              <a:rPr lang="en-GB" sz="2000">
                <a:solidFill>
                  <a:srgbClr val="E7E7E7"/>
                </a:solidFill>
                <a:latin typeface="Times New Roman"/>
                <a:ea typeface="Times New Roman"/>
                <a:cs typeface="Times New Roman"/>
                <a:sym typeface="Times New Roman"/>
              </a:rPr>
              <a:t>Documentation</a:t>
            </a:r>
            <a:endParaRPr sz="2000">
              <a:solidFill>
                <a:srgbClr val="E7E7E7"/>
              </a:solidFill>
              <a:latin typeface="Times New Roman"/>
              <a:ea typeface="Times New Roman"/>
              <a:cs typeface="Times New Roman"/>
              <a:sym typeface="Times New Roman"/>
            </a:endParaRPr>
          </a:p>
          <a:p>
            <a:pPr indent="-304800" lvl="0" marL="457200" rtl="0" algn="l">
              <a:lnSpc>
                <a:spcPct val="115000"/>
              </a:lnSpc>
              <a:spcBef>
                <a:spcPts val="0"/>
              </a:spcBef>
              <a:spcAft>
                <a:spcPts val="0"/>
              </a:spcAft>
              <a:buClr>
                <a:srgbClr val="E7E7E7"/>
              </a:buClr>
              <a:buSzPts val="1200"/>
              <a:buFont typeface="Times New Roman"/>
              <a:buChar char="●"/>
            </a:pPr>
            <a:r>
              <a:rPr lang="en-GB" sz="2000">
                <a:solidFill>
                  <a:srgbClr val="E7E7E7"/>
                </a:solidFill>
                <a:latin typeface="Times New Roman"/>
                <a:ea typeface="Times New Roman"/>
                <a:cs typeface="Times New Roman"/>
                <a:sym typeface="Times New Roman"/>
              </a:rPr>
              <a:t>Design validation</a:t>
            </a:r>
            <a:endParaRPr sz="2000">
              <a:solidFill>
                <a:srgbClr val="E7E7E7"/>
              </a:solidFill>
              <a:latin typeface="Times New Roman"/>
              <a:ea typeface="Times New Roman"/>
              <a:cs typeface="Times New Roman"/>
              <a:sym typeface="Times New Roman"/>
            </a:endParaRPr>
          </a:p>
          <a:p>
            <a:pPr indent="-304800" lvl="0" marL="457200" rtl="0" algn="l">
              <a:lnSpc>
                <a:spcPct val="115000"/>
              </a:lnSpc>
              <a:spcBef>
                <a:spcPts val="0"/>
              </a:spcBef>
              <a:spcAft>
                <a:spcPts val="0"/>
              </a:spcAft>
              <a:buClr>
                <a:srgbClr val="E7E7E7"/>
              </a:buClr>
              <a:buSzPts val="1200"/>
              <a:buFont typeface="Times New Roman"/>
              <a:buChar char="●"/>
            </a:pPr>
            <a:r>
              <a:rPr lang="en-GB" sz="2000">
                <a:solidFill>
                  <a:srgbClr val="E7E7E7"/>
                </a:solidFill>
                <a:latin typeface="Times New Roman"/>
                <a:ea typeface="Times New Roman"/>
                <a:cs typeface="Times New Roman"/>
                <a:sym typeface="Times New Roman"/>
              </a:rPr>
              <a:t>Communication</a:t>
            </a:r>
            <a:endParaRPr sz="2000">
              <a:solidFill>
                <a:srgbClr val="E7E7E7"/>
              </a:solidFill>
              <a:latin typeface="Times New Roman"/>
              <a:ea typeface="Times New Roman"/>
              <a:cs typeface="Times New Roman"/>
              <a:sym typeface="Times New Roman"/>
            </a:endParaRPr>
          </a:p>
          <a:p>
            <a:pPr indent="-355600" lvl="0" marL="457200" rtl="0" algn="l">
              <a:lnSpc>
                <a:spcPct val="115000"/>
              </a:lnSpc>
              <a:spcBef>
                <a:spcPts val="0"/>
              </a:spcBef>
              <a:spcAft>
                <a:spcPts val="0"/>
              </a:spcAft>
              <a:buClr>
                <a:srgbClr val="E7E7E7"/>
              </a:buClr>
              <a:buSzPts val="2000"/>
              <a:buFont typeface="Times New Roman"/>
              <a:buChar char="●"/>
            </a:pPr>
            <a:r>
              <a:rPr lang="en-GB" sz="2000">
                <a:solidFill>
                  <a:srgbClr val="E7E7E7"/>
                </a:solidFill>
                <a:latin typeface="Times New Roman"/>
                <a:ea typeface="Times New Roman"/>
                <a:cs typeface="Times New Roman"/>
                <a:sym typeface="Times New Roman"/>
              </a:rPr>
              <a:t>Flexibility &amp; Enhanced Communication</a:t>
            </a:r>
            <a:endParaRPr sz="2000">
              <a:solidFill>
                <a:srgbClr val="E7E7E7"/>
              </a:solidFill>
              <a:latin typeface="Times New Roman"/>
              <a:ea typeface="Times New Roman"/>
              <a:cs typeface="Times New Roman"/>
              <a:sym typeface="Times New Roman"/>
            </a:endParaRPr>
          </a:p>
        </p:txBody>
      </p:sp>
      <p:sp>
        <p:nvSpPr>
          <p:cNvPr id="221" name="Google Shape;221;p23"/>
          <p:cNvSpPr txBox="1"/>
          <p:nvPr>
            <p:ph idx="12" type="sldNum"/>
          </p:nvPr>
        </p:nvSpPr>
        <p:spPr>
          <a:xfrm>
            <a:off x="6583680" y="5314950"/>
            <a:ext cx="2103000" cy="107700"/>
          </a:xfrm>
          <a:prstGeom prst="rect">
            <a:avLst/>
          </a:prstGeom>
          <a:noFill/>
          <a:ln>
            <a:noFill/>
          </a:ln>
        </p:spPr>
        <p:txBody>
          <a:bodyPr anchorCtr="0" anchor="t" bIns="0" lIns="0" spcFirstLastPara="1" rIns="0" wrap="square" tIns="0">
            <a:spAutoFit/>
          </a:bodyPr>
          <a:lstStyle/>
          <a:p>
            <a:pPr indent="0" lvl="0" marL="0" rtl="0" algn="r">
              <a:lnSpc>
                <a:spcPct val="100000"/>
              </a:lnSpc>
              <a:spcBef>
                <a:spcPts val="0"/>
              </a:spcBef>
              <a:spcAft>
                <a:spcPts val="0"/>
              </a:spcAft>
              <a:buClr>
                <a:srgbClr val="000000"/>
              </a:buClr>
              <a:buSzPts val="700"/>
              <a:buFont typeface="Arial"/>
              <a:buNone/>
            </a:pPr>
            <a:fld id="{00000000-1234-1234-1234-123412341234}" type="slidenum">
              <a:rPr lang="en-GB"/>
              <a:t>‹#›</a:t>
            </a:fld>
            <a:endParaRPr>
              <a:solidFill>
                <a:schemeClr val="lt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25" name="Shape 225"/>
        <p:cNvGrpSpPr/>
        <p:nvPr/>
      </p:nvGrpSpPr>
      <p:grpSpPr>
        <a:xfrm>
          <a:off x="0" y="0"/>
          <a:ext cx="0" cy="0"/>
          <a:chOff x="0" y="0"/>
          <a:chExt cx="0" cy="0"/>
        </a:xfrm>
      </p:grpSpPr>
      <p:sp>
        <p:nvSpPr>
          <p:cNvPr id="226" name="Google Shape;226;p24"/>
          <p:cNvSpPr txBox="1"/>
          <p:nvPr>
            <p:ph type="title"/>
          </p:nvPr>
        </p:nvSpPr>
        <p:spPr>
          <a:xfrm>
            <a:off x="373269" y="455068"/>
            <a:ext cx="4676400" cy="300600"/>
          </a:xfrm>
          <a:prstGeom prst="rect">
            <a:avLst/>
          </a:prstGeom>
          <a:noFill/>
          <a:ln>
            <a:noFill/>
          </a:ln>
        </p:spPr>
        <p:txBody>
          <a:bodyPr anchorCtr="0" anchor="t" bIns="0" lIns="0" spcFirstLastPara="1" rIns="0" wrap="square" tIns="7925">
            <a:spAutoFit/>
          </a:bodyPr>
          <a:lstStyle/>
          <a:p>
            <a:pPr indent="0" lvl="0" marL="0" rtl="0" algn="l">
              <a:lnSpc>
                <a:spcPct val="100000"/>
              </a:lnSpc>
              <a:spcBef>
                <a:spcPts val="0"/>
              </a:spcBef>
              <a:spcAft>
                <a:spcPts val="0"/>
              </a:spcAft>
              <a:buSzPts val="700"/>
              <a:buNone/>
            </a:pPr>
            <a:r>
              <a:rPr lang="en-GB" sz="1900">
                <a:solidFill>
                  <a:srgbClr val="D9EAD3"/>
                </a:solidFill>
              </a:rPr>
              <a:t>AUTOMATED TOOLS FOR EFFICIENCY</a:t>
            </a:r>
            <a:endParaRPr sz="1900">
              <a:solidFill>
                <a:srgbClr val="D9EAD3"/>
              </a:solidFill>
            </a:endParaRPr>
          </a:p>
        </p:txBody>
      </p:sp>
      <p:sp>
        <p:nvSpPr>
          <p:cNvPr id="227" name="Google Shape;227;p24"/>
          <p:cNvSpPr txBox="1"/>
          <p:nvPr/>
        </p:nvSpPr>
        <p:spPr>
          <a:xfrm>
            <a:off x="211803" y="3453491"/>
            <a:ext cx="4005000" cy="1217100"/>
          </a:xfrm>
          <a:prstGeom prst="rect">
            <a:avLst/>
          </a:prstGeom>
          <a:noFill/>
          <a:ln>
            <a:noFill/>
          </a:ln>
        </p:spPr>
        <p:txBody>
          <a:bodyPr anchorCtr="0" anchor="t" bIns="0" lIns="0" spcFirstLastPara="1" rIns="0" wrap="square" tIns="6350">
            <a:spAutoFit/>
          </a:bodyPr>
          <a:lstStyle/>
          <a:p>
            <a:pPr indent="0" lvl="0" marL="0" marR="0" rtl="0" algn="ctr">
              <a:lnSpc>
                <a:spcPct val="101000"/>
              </a:lnSpc>
              <a:spcBef>
                <a:spcPts val="0"/>
              </a:spcBef>
              <a:spcAft>
                <a:spcPts val="0"/>
              </a:spcAft>
              <a:buClr>
                <a:srgbClr val="000000"/>
              </a:buClr>
              <a:buSzPts val="1300"/>
              <a:buFont typeface="Arial"/>
              <a:buNone/>
            </a:pPr>
            <a:r>
              <a:rPr b="0" i="0" lang="en-GB" sz="1300" u="none" cap="none" strike="noStrike">
                <a:solidFill>
                  <a:srgbClr val="EFEFEF"/>
                </a:solidFill>
                <a:latin typeface="Times New Roman"/>
                <a:ea typeface="Times New Roman"/>
                <a:cs typeface="Times New Roman"/>
                <a:sym typeface="Times New Roman"/>
              </a:rPr>
              <a:t>Lucidchart is </a:t>
            </a:r>
            <a:r>
              <a:rPr lang="en-GB" sz="1300">
                <a:solidFill>
                  <a:srgbClr val="EFEFEF"/>
                </a:solidFill>
                <a:latin typeface="Times New Roman"/>
                <a:ea typeface="Times New Roman"/>
                <a:cs typeface="Times New Roman"/>
                <a:sym typeface="Times New Roman"/>
              </a:rPr>
              <a:t>a</a:t>
            </a:r>
            <a:r>
              <a:rPr b="0" i="0" lang="en-GB" sz="1300" u="none" cap="none" strike="noStrike">
                <a:solidFill>
                  <a:srgbClr val="EFEFEF"/>
                </a:solidFill>
                <a:latin typeface="Times New Roman"/>
                <a:ea typeface="Times New Roman"/>
                <a:cs typeface="Times New Roman"/>
                <a:sym typeface="Times New Roman"/>
              </a:rPr>
              <a:t> user-friendly platform for creating diagrams and ﬂowcharts. Its small text functionality allows users to add detailed annotations without cluttering the visual space, enhancing clarity and communication in presentations and collaborative projects. Ideal for professionals seeking clients visual solutions.</a:t>
            </a:r>
            <a:endParaRPr b="0" i="0" sz="1300" u="none" cap="none" strike="noStrike">
              <a:solidFill>
                <a:srgbClr val="EFEFEF"/>
              </a:solidFill>
              <a:latin typeface="Times New Roman"/>
              <a:ea typeface="Times New Roman"/>
              <a:cs typeface="Times New Roman"/>
              <a:sym typeface="Times New Roman"/>
            </a:endParaRPr>
          </a:p>
        </p:txBody>
      </p:sp>
      <p:pic>
        <p:nvPicPr>
          <p:cNvPr id="228" name="Google Shape;228;p24"/>
          <p:cNvPicPr preferRelativeResize="0"/>
          <p:nvPr/>
        </p:nvPicPr>
        <p:blipFill rotWithShape="1">
          <a:blip r:embed="rId3">
            <a:alphaModFix/>
          </a:blip>
          <a:srcRect b="0" l="0" r="0" t="0"/>
          <a:stretch/>
        </p:blipFill>
        <p:spPr>
          <a:xfrm>
            <a:off x="4232125" y="1299250"/>
            <a:ext cx="4763025" cy="3287362"/>
          </a:xfrm>
          <a:prstGeom prst="rect">
            <a:avLst/>
          </a:prstGeom>
          <a:noFill/>
          <a:ln>
            <a:noFill/>
          </a:ln>
        </p:spPr>
      </p:pic>
      <p:sp>
        <p:nvSpPr>
          <p:cNvPr id="229" name="Google Shape;229;p24"/>
          <p:cNvSpPr txBox="1"/>
          <p:nvPr/>
        </p:nvSpPr>
        <p:spPr>
          <a:xfrm>
            <a:off x="6118408" y="4779505"/>
            <a:ext cx="1088700" cy="206700"/>
          </a:xfrm>
          <a:prstGeom prst="rect">
            <a:avLst/>
          </a:prstGeom>
          <a:noFill/>
          <a:ln>
            <a:noFill/>
          </a:ln>
        </p:spPr>
        <p:txBody>
          <a:bodyPr anchorCtr="0" anchor="t" bIns="0" lIns="0" spcFirstLastPara="1" rIns="0" wrap="square" tIns="6650">
            <a:spAutoFit/>
          </a:bodyPr>
          <a:lstStyle/>
          <a:p>
            <a:pPr indent="0" lvl="0" marL="0" marR="0" rtl="0" algn="l">
              <a:lnSpc>
                <a:spcPct val="100000"/>
              </a:lnSpc>
              <a:spcBef>
                <a:spcPts val="0"/>
              </a:spcBef>
              <a:spcAft>
                <a:spcPts val="0"/>
              </a:spcAft>
              <a:buClr>
                <a:srgbClr val="000000"/>
              </a:buClr>
              <a:buSzPts val="1300"/>
              <a:buFont typeface="Arial"/>
              <a:buNone/>
            </a:pPr>
            <a:r>
              <a:rPr b="1" i="0" lang="en-GB" sz="1300" u="none" cap="none" strike="noStrike">
                <a:solidFill>
                  <a:srgbClr val="CCCCCC"/>
                </a:solidFill>
                <a:latin typeface="Trebuchet MS"/>
                <a:ea typeface="Trebuchet MS"/>
                <a:cs typeface="Trebuchet MS"/>
                <a:sym typeface="Trebuchet MS"/>
              </a:rPr>
              <a:t>A Lucidchart</a:t>
            </a:r>
            <a:endParaRPr b="0" i="0" sz="1300" u="none" cap="none" strike="noStrike">
              <a:solidFill>
                <a:srgbClr val="CCCCCC"/>
              </a:solidFill>
              <a:latin typeface="Trebuchet MS"/>
              <a:ea typeface="Trebuchet MS"/>
              <a:cs typeface="Trebuchet MS"/>
              <a:sym typeface="Trebuchet MS"/>
            </a:endParaRPr>
          </a:p>
        </p:txBody>
      </p:sp>
      <p:sp>
        <p:nvSpPr>
          <p:cNvPr id="230" name="Google Shape;230;p24"/>
          <p:cNvSpPr txBox="1"/>
          <p:nvPr/>
        </p:nvSpPr>
        <p:spPr>
          <a:xfrm>
            <a:off x="444916" y="1205477"/>
            <a:ext cx="3359700" cy="1853100"/>
          </a:xfrm>
          <a:prstGeom prst="rect">
            <a:avLst/>
          </a:prstGeom>
          <a:noFill/>
          <a:ln>
            <a:noFill/>
          </a:ln>
        </p:spPr>
        <p:txBody>
          <a:bodyPr anchorCtr="0" anchor="t" bIns="0" lIns="0" spcFirstLastPara="1" rIns="0" wrap="square" tIns="6025">
            <a:spAutoFit/>
          </a:bodyPr>
          <a:lstStyle/>
          <a:p>
            <a:pPr indent="0" lvl="0" marL="0" marR="0" rtl="0" algn="ctr">
              <a:lnSpc>
                <a:spcPct val="100000"/>
              </a:lnSpc>
              <a:spcBef>
                <a:spcPts val="0"/>
              </a:spcBef>
              <a:spcAft>
                <a:spcPts val="0"/>
              </a:spcAft>
              <a:buClr>
                <a:srgbClr val="000000"/>
              </a:buClr>
              <a:buSzPts val="1500"/>
              <a:buFont typeface="Arial"/>
              <a:buNone/>
            </a:pPr>
            <a:r>
              <a:rPr b="0" i="0" lang="en-GB" sz="1500" u="none" cap="none" strike="noStrike">
                <a:solidFill>
                  <a:srgbClr val="EFEFEF"/>
                </a:solidFill>
                <a:latin typeface="Times New Roman"/>
                <a:ea typeface="Times New Roman"/>
                <a:cs typeface="Times New Roman"/>
                <a:sym typeface="Times New Roman"/>
              </a:rPr>
              <a:t>Utilizing </a:t>
            </a:r>
            <a:r>
              <a:rPr lang="en-GB" sz="1500">
                <a:solidFill>
                  <a:srgbClr val="EFEFEF"/>
                </a:solidFill>
                <a:latin typeface="Times New Roman"/>
                <a:ea typeface="Times New Roman"/>
                <a:cs typeface="Times New Roman"/>
                <a:sym typeface="Times New Roman"/>
              </a:rPr>
              <a:t>automated</a:t>
            </a:r>
            <a:r>
              <a:rPr b="0" i="0" lang="en-GB" sz="1500" u="none" cap="none" strike="noStrike">
                <a:solidFill>
                  <a:srgbClr val="EFEFEF"/>
                </a:solidFill>
                <a:latin typeface="Times New Roman"/>
                <a:ea typeface="Times New Roman"/>
                <a:cs typeface="Times New Roman"/>
                <a:sym typeface="Times New Roman"/>
              </a:rPr>
              <a:t> tools in requirement analysis and design helps in reducing human error and increasing productivity. These tools can assist in generating documentation, validating requirements, and ensuring compliance with standards, thereby streamlining the development process.</a:t>
            </a:r>
            <a:endParaRPr b="0" i="0" sz="1500" u="none" cap="none" strike="noStrike">
              <a:solidFill>
                <a:srgbClr val="EFEFEF"/>
              </a:solidFill>
              <a:latin typeface="Times New Roman"/>
              <a:ea typeface="Times New Roman"/>
              <a:cs typeface="Times New Roman"/>
              <a:sym typeface="Times New Roman"/>
            </a:endParaRPr>
          </a:p>
        </p:txBody>
      </p:sp>
      <p:sp>
        <p:nvSpPr>
          <p:cNvPr id="231" name="Google Shape;231;p24"/>
          <p:cNvSpPr txBox="1"/>
          <p:nvPr>
            <p:ph idx="12" type="sldNum"/>
          </p:nvPr>
        </p:nvSpPr>
        <p:spPr>
          <a:xfrm>
            <a:off x="6583680" y="5314950"/>
            <a:ext cx="2103000" cy="107700"/>
          </a:xfrm>
          <a:prstGeom prst="rect">
            <a:avLst/>
          </a:prstGeom>
          <a:noFill/>
          <a:ln>
            <a:noFill/>
          </a:ln>
        </p:spPr>
        <p:txBody>
          <a:bodyPr anchorCtr="0" anchor="t" bIns="0" lIns="0" spcFirstLastPara="1" rIns="0" wrap="square" tIns="0">
            <a:spAutoFit/>
          </a:bodyPr>
          <a:lstStyle/>
          <a:p>
            <a:pPr indent="0" lvl="0" marL="0" rtl="0" algn="r">
              <a:lnSpc>
                <a:spcPct val="100000"/>
              </a:lnSpc>
              <a:spcBef>
                <a:spcPts val="0"/>
              </a:spcBef>
              <a:spcAft>
                <a:spcPts val="0"/>
              </a:spcAft>
              <a:buClr>
                <a:srgbClr val="000000"/>
              </a:buClr>
              <a:buSzPts val="700"/>
              <a:buFont typeface="Arial"/>
              <a:buNone/>
            </a:pPr>
            <a:fld id="{00000000-1234-1234-1234-123412341234}" type="slidenum">
              <a:rPr lang="en-GB"/>
              <a:t>‹#›</a:t>
            </a:fld>
            <a:endParaRPr>
              <a:solidFill>
                <a:schemeClr val="lt1"/>
              </a:solidFill>
            </a:endParaRPr>
          </a:p>
        </p:txBody>
      </p:sp>
      <p:pic>
        <p:nvPicPr>
          <p:cNvPr id="232" name="Google Shape;232;p24"/>
          <p:cNvPicPr preferRelativeResize="0"/>
          <p:nvPr/>
        </p:nvPicPr>
        <p:blipFill rotWithShape="1">
          <a:blip r:embed="rId4">
            <a:alphaModFix/>
          </a:blip>
          <a:srcRect b="0" l="0" r="0" t="0"/>
          <a:stretch/>
        </p:blipFill>
        <p:spPr>
          <a:xfrm>
            <a:off x="7451301" y="-3174"/>
            <a:ext cx="1621885" cy="1217100"/>
          </a:xfrm>
          <a:prstGeom prst="rect">
            <a:avLst/>
          </a:prstGeom>
          <a:noFill/>
          <a:ln>
            <a:noFill/>
          </a:ln>
        </p:spPr>
      </p:pic>
      <p:sp>
        <p:nvSpPr>
          <p:cNvPr id="233" name="Google Shape;233;p24"/>
          <p:cNvSpPr txBox="1"/>
          <p:nvPr/>
        </p:nvSpPr>
        <p:spPr>
          <a:xfrm>
            <a:off x="3020600" y="5255850"/>
            <a:ext cx="3000000" cy="3849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300"/>
              <a:buFont typeface="Arial"/>
              <a:buNone/>
            </a:pPr>
            <a:r>
              <a:rPr b="1" i="0" lang="en-GB" sz="1300" u="none" cap="none" strike="noStrike">
                <a:solidFill>
                  <a:srgbClr val="5B0F00"/>
                </a:solidFill>
                <a:latin typeface="Lato"/>
                <a:ea typeface="Lato"/>
                <a:cs typeface="Lato"/>
                <a:sym typeface="Lato"/>
              </a:rPr>
              <a:t>CDAC Hyderabad</a:t>
            </a:r>
            <a:endParaRPr b="1" i="0" sz="1300" u="none" cap="none" strike="noStrike">
              <a:solidFill>
                <a:srgbClr val="5B0F00"/>
              </a:solidFill>
              <a:latin typeface="Lato"/>
              <a:ea typeface="Lato"/>
              <a:cs typeface="Lato"/>
              <a:sym typeface="La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37" name="Shape 237"/>
        <p:cNvGrpSpPr/>
        <p:nvPr/>
      </p:nvGrpSpPr>
      <p:grpSpPr>
        <a:xfrm>
          <a:off x="0" y="0"/>
          <a:ext cx="0" cy="0"/>
          <a:chOff x="0" y="0"/>
          <a:chExt cx="0" cy="0"/>
        </a:xfrm>
      </p:grpSpPr>
      <p:sp>
        <p:nvSpPr>
          <p:cNvPr id="238" name="Google Shape;238;p25"/>
          <p:cNvSpPr txBox="1"/>
          <p:nvPr/>
        </p:nvSpPr>
        <p:spPr>
          <a:xfrm>
            <a:off x="567482" y="1733723"/>
            <a:ext cx="3319500" cy="2228400"/>
          </a:xfrm>
          <a:prstGeom prst="rect">
            <a:avLst/>
          </a:prstGeom>
          <a:noFill/>
          <a:ln>
            <a:noFill/>
          </a:ln>
        </p:spPr>
        <p:txBody>
          <a:bodyPr anchorCtr="0" anchor="t" bIns="0" lIns="0" spcFirstLastPara="1" rIns="0" wrap="square" tIns="6025">
            <a:spAutoFit/>
          </a:bodyPr>
          <a:lstStyle/>
          <a:p>
            <a:pPr indent="0" lvl="0" marL="0" marR="0" rtl="0" algn="ctr">
              <a:lnSpc>
                <a:spcPct val="100299"/>
              </a:lnSpc>
              <a:spcBef>
                <a:spcPts val="0"/>
              </a:spcBef>
              <a:spcAft>
                <a:spcPts val="0"/>
              </a:spcAft>
              <a:buClr>
                <a:srgbClr val="000000"/>
              </a:buClr>
              <a:buSzPts val="1600"/>
              <a:buFont typeface="Arial"/>
              <a:buNone/>
            </a:pPr>
            <a:r>
              <a:rPr b="0" i="0" lang="en-GB" sz="1600" u="none" cap="none" strike="noStrike">
                <a:solidFill>
                  <a:srgbClr val="EFEFEF"/>
                </a:solidFill>
                <a:latin typeface="Times New Roman"/>
                <a:ea typeface="Times New Roman"/>
                <a:cs typeface="Times New Roman"/>
                <a:sym typeface="Times New Roman"/>
              </a:rPr>
              <a:t>Draw.io, now known as diagrams.net, is a free online diagramming tool. It allows users to create ﬂowcharts, network diagrams, and more. With an intuitive interface, it supports collaboration and integrates with platforms like Google Drive and GitHub, enhancing productivity in visual communication.</a:t>
            </a:r>
            <a:endParaRPr b="0" i="0" sz="1600" u="none" cap="none" strike="noStrike">
              <a:solidFill>
                <a:srgbClr val="EFEFEF"/>
              </a:solidFill>
              <a:latin typeface="Times New Roman"/>
              <a:ea typeface="Times New Roman"/>
              <a:cs typeface="Times New Roman"/>
              <a:sym typeface="Times New Roman"/>
            </a:endParaRPr>
          </a:p>
        </p:txBody>
      </p:sp>
      <p:sp>
        <p:nvSpPr>
          <p:cNvPr id="239" name="Google Shape;239;p25"/>
          <p:cNvSpPr txBox="1"/>
          <p:nvPr>
            <p:ph type="title"/>
          </p:nvPr>
        </p:nvSpPr>
        <p:spPr>
          <a:xfrm>
            <a:off x="1509525" y="705489"/>
            <a:ext cx="1123800" cy="285000"/>
          </a:xfrm>
          <a:prstGeom prst="rect">
            <a:avLst/>
          </a:prstGeom>
          <a:noFill/>
          <a:ln>
            <a:noFill/>
          </a:ln>
        </p:spPr>
        <p:txBody>
          <a:bodyPr anchorCtr="0" anchor="t" bIns="0" lIns="0" spcFirstLastPara="1" rIns="0" wrap="square" tIns="7925">
            <a:spAutoFit/>
          </a:bodyPr>
          <a:lstStyle/>
          <a:p>
            <a:pPr indent="0" lvl="0" marL="0" rtl="0" algn="l">
              <a:lnSpc>
                <a:spcPct val="100000"/>
              </a:lnSpc>
              <a:spcBef>
                <a:spcPts val="0"/>
              </a:spcBef>
              <a:spcAft>
                <a:spcPts val="0"/>
              </a:spcAft>
              <a:buSzPts val="700"/>
              <a:buNone/>
            </a:pPr>
            <a:r>
              <a:rPr lang="en-GB" sz="1800">
                <a:solidFill>
                  <a:srgbClr val="D0E0E3"/>
                </a:solidFill>
                <a:latin typeface="Arial"/>
                <a:ea typeface="Arial"/>
                <a:cs typeface="Arial"/>
                <a:sym typeface="Arial"/>
              </a:rPr>
              <a:t>DRAW.IO</a:t>
            </a:r>
            <a:endParaRPr sz="1800">
              <a:solidFill>
                <a:srgbClr val="D0E0E3"/>
              </a:solidFill>
              <a:latin typeface="Arial"/>
              <a:ea typeface="Arial"/>
              <a:cs typeface="Arial"/>
              <a:sym typeface="Arial"/>
            </a:endParaRPr>
          </a:p>
        </p:txBody>
      </p:sp>
      <p:pic>
        <p:nvPicPr>
          <p:cNvPr id="240" name="Google Shape;240;p25"/>
          <p:cNvPicPr preferRelativeResize="0"/>
          <p:nvPr/>
        </p:nvPicPr>
        <p:blipFill rotWithShape="1">
          <a:blip r:embed="rId3">
            <a:alphaModFix/>
          </a:blip>
          <a:srcRect b="0" l="0" r="0" t="0"/>
          <a:stretch/>
        </p:blipFill>
        <p:spPr>
          <a:xfrm>
            <a:off x="4637500" y="1111575"/>
            <a:ext cx="3919450" cy="3437301"/>
          </a:xfrm>
          <a:prstGeom prst="rect">
            <a:avLst/>
          </a:prstGeom>
          <a:noFill/>
          <a:ln>
            <a:noFill/>
          </a:ln>
        </p:spPr>
      </p:pic>
      <p:sp>
        <p:nvSpPr>
          <p:cNvPr id="241" name="Google Shape;241;p25"/>
          <p:cNvSpPr txBox="1"/>
          <p:nvPr/>
        </p:nvSpPr>
        <p:spPr>
          <a:xfrm>
            <a:off x="5641042" y="5061072"/>
            <a:ext cx="2273100" cy="208200"/>
          </a:xfrm>
          <a:prstGeom prst="rect">
            <a:avLst/>
          </a:prstGeom>
          <a:noFill/>
          <a:ln>
            <a:noFill/>
          </a:ln>
        </p:spPr>
        <p:txBody>
          <a:bodyPr anchorCtr="0" anchor="t" bIns="0" lIns="0" spcFirstLastPara="1" rIns="0" wrap="square" tIns="7925">
            <a:spAutoFit/>
          </a:bodyPr>
          <a:lstStyle/>
          <a:p>
            <a:pPr indent="0" lvl="0" marL="0" marR="0" rtl="0" algn="ctr">
              <a:lnSpc>
                <a:spcPct val="100000"/>
              </a:lnSpc>
              <a:spcBef>
                <a:spcPts val="0"/>
              </a:spcBef>
              <a:spcAft>
                <a:spcPts val="0"/>
              </a:spcAft>
              <a:buClr>
                <a:srgbClr val="000000"/>
              </a:buClr>
              <a:buSzPts val="1300"/>
              <a:buFont typeface="Arial"/>
              <a:buNone/>
            </a:pPr>
            <a:r>
              <a:rPr b="1" i="0" lang="en-GB" sz="1300" u="none" cap="none" strike="noStrike">
                <a:solidFill>
                  <a:srgbClr val="D0E0E3"/>
                </a:solidFill>
                <a:latin typeface="Trebuchet MS"/>
                <a:ea typeface="Trebuchet MS"/>
                <a:cs typeface="Trebuchet MS"/>
                <a:sym typeface="Trebuchet MS"/>
              </a:rPr>
              <a:t>Overview of </a:t>
            </a:r>
            <a:r>
              <a:rPr b="1" lang="en-GB" sz="1300">
                <a:solidFill>
                  <a:srgbClr val="D0E0E3"/>
                </a:solidFill>
                <a:latin typeface="Trebuchet MS"/>
                <a:ea typeface="Trebuchet MS"/>
                <a:cs typeface="Trebuchet MS"/>
                <a:sym typeface="Trebuchet MS"/>
              </a:rPr>
              <a:t>Draw.io Interface</a:t>
            </a:r>
            <a:endParaRPr b="0" i="0" sz="1300" u="none" cap="none" strike="noStrike">
              <a:solidFill>
                <a:srgbClr val="D0E0E3"/>
              </a:solidFill>
              <a:latin typeface="Trebuchet MS"/>
              <a:ea typeface="Trebuchet MS"/>
              <a:cs typeface="Trebuchet MS"/>
              <a:sym typeface="Trebuchet MS"/>
            </a:endParaRPr>
          </a:p>
        </p:txBody>
      </p:sp>
      <p:sp>
        <p:nvSpPr>
          <p:cNvPr id="242" name="Google Shape;242;p25"/>
          <p:cNvSpPr txBox="1"/>
          <p:nvPr>
            <p:ph idx="12" type="sldNum"/>
          </p:nvPr>
        </p:nvSpPr>
        <p:spPr>
          <a:xfrm>
            <a:off x="6583680" y="5314950"/>
            <a:ext cx="2103000" cy="107700"/>
          </a:xfrm>
          <a:prstGeom prst="rect">
            <a:avLst/>
          </a:prstGeom>
          <a:noFill/>
          <a:ln>
            <a:noFill/>
          </a:ln>
        </p:spPr>
        <p:txBody>
          <a:bodyPr anchorCtr="0" anchor="t" bIns="0" lIns="0" spcFirstLastPara="1" rIns="0" wrap="square" tIns="0">
            <a:spAutoFit/>
          </a:bodyPr>
          <a:lstStyle/>
          <a:p>
            <a:pPr indent="0" lvl="0" marL="0" rtl="0" algn="r">
              <a:lnSpc>
                <a:spcPct val="100000"/>
              </a:lnSpc>
              <a:spcBef>
                <a:spcPts val="0"/>
              </a:spcBef>
              <a:spcAft>
                <a:spcPts val="0"/>
              </a:spcAft>
              <a:buClr>
                <a:srgbClr val="000000"/>
              </a:buClr>
              <a:buSzPts val="700"/>
              <a:buFont typeface="Arial"/>
              <a:buNone/>
            </a:pPr>
            <a:fld id="{00000000-1234-1234-1234-123412341234}" type="slidenum">
              <a:rPr lang="en-GB"/>
              <a:t>‹#›</a:t>
            </a:fld>
            <a:endParaRPr>
              <a:solidFill>
                <a:schemeClr val="lt1"/>
              </a:solidFill>
            </a:endParaRPr>
          </a:p>
        </p:txBody>
      </p:sp>
      <p:pic>
        <p:nvPicPr>
          <p:cNvPr id="243" name="Google Shape;243;p25"/>
          <p:cNvPicPr preferRelativeResize="0"/>
          <p:nvPr/>
        </p:nvPicPr>
        <p:blipFill rotWithShape="1">
          <a:blip r:embed="rId4">
            <a:alphaModFix/>
          </a:blip>
          <a:srcRect b="0" l="0" r="0" t="0"/>
          <a:stretch/>
        </p:blipFill>
        <p:spPr>
          <a:xfrm>
            <a:off x="7711666" y="-9"/>
            <a:ext cx="1432325" cy="1074850"/>
          </a:xfrm>
          <a:prstGeom prst="rect">
            <a:avLst/>
          </a:prstGeom>
          <a:noFill/>
          <a:ln>
            <a:noFill/>
          </a:ln>
        </p:spPr>
      </p:pic>
      <p:sp>
        <p:nvSpPr>
          <p:cNvPr id="244" name="Google Shape;244;p25"/>
          <p:cNvSpPr txBox="1"/>
          <p:nvPr/>
        </p:nvSpPr>
        <p:spPr>
          <a:xfrm>
            <a:off x="2633325" y="5255875"/>
            <a:ext cx="3000000" cy="3849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300"/>
              <a:buFont typeface="Arial"/>
              <a:buNone/>
            </a:pPr>
            <a:r>
              <a:rPr b="1" i="0" lang="en-GB" sz="1300" u="none" cap="none" strike="noStrike">
                <a:solidFill>
                  <a:srgbClr val="5B0F00"/>
                </a:solidFill>
                <a:latin typeface="Lato"/>
                <a:ea typeface="Lato"/>
                <a:cs typeface="Lato"/>
                <a:sym typeface="Lato"/>
              </a:rPr>
              <a:t>CDAC Hyderabad</a:t>
            </a:r>
            <a:endParaRPr b="1" i="0" sz="1300" u="none" cap="none" strike="noStrike">
              <a:solidFill>
                <a:srgbClr val="5B0F00"/>
              </a:solidFill>
              <a:latin typeface="Lato"/>
              <a:ea typeface="Lato"/>
              <a:cs typeface="Lato"/>
              <a:sym typeface="La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26"/>
          <p:cNvSpPr txBox="1"/>
          <p:nvPr>
            <p:ph type="title"/>
          </p:nvPr>
        </p:nvSpPr>
        <p:spPr>
          <a:xfrm>
            <a:off x="537769" y="1176349"/>
            <a:ext cx="3588300" cy="315900"/>
          </a:xfrm>
          <a:prstGeom prst="rect">
            <a:avLst/>
          </a:prstGeom>
          <a:noFill/>
          <a:ln>
            <a:noFill/>
          </a:ln>
        </p:spPr>
        <p:txBody>
          <a:bodyPr anchorCtr="0" anchor="t" bIns="0" lIns="0" spcFirstLastPara="1" rIns="0" wrap="square" tIns="7925">
            <a:spAutoFit/>
          </a:bodyPr>
          <a:lstStyle/>
          <a:p>
            <a:pPr indent="0" lvl="0" marL="1244600" rtl="0" algn="l">
              <a:lnSpc>
                <a:spcPct val="100000"/>
              </a:lnSpc>
              <a:spcBef>
                <a:spcPts val="0"/>
              </a:spcBef>
              <a:spcAft>
                <a:spcPts val="0"/>
              </a:spcAft>
              <a:buSzPts val="700"/>
              <a:buNone/>
            </a:pPr>
            <a:r>
              <a:rPr lang="en-GB" sz="2000">
                <a:solidFill>
                  <a:srgbClr val="D9D9D9"/>
                </a:solidFill>
              </a:rPr>
              <a:t>PLANT UML</a:t>
            </a:r>
            <a:endParaRPr sz="2000">
              <a:solidFill>
                <a:srgbClr val="D9D9D9"/>
              </a:solidFill>
            </a:endParaRPr>
          </a:p>
        </p:txBody>
      </p:sp>
      <p:sp>
        <p:nvSpPr>
          <p:cNvPr id="250" name="Google Shape;250;p26"/>
          <p:cNvSpPr txBox="1"/>
          <p:nvPr/>
        </p:nvSpPr>
        <p:spPr>
          <a:xfrm>
            <a:off x="708745" y="1779465"/>
            <a:ext cx="3234900" cy="1734600"/>
          </a:xfrm>
          <a:prstGeom prst="rect">
            <a:avLst/>
          </a:prstGeom>
          <a:noFill/>
          <a:ln>
            <a:noFill/>
          </a:ln>
        </p:spPr>
        <p:txBody>
          <a:bodyPr anchorCtr="0" anchor="t" bIns="0" lIns="0" spcFirstLastPara="1" rIns="0" wrap="square" tIns="6025">
            <a:spAutoFit/>
          </a:bodyPr>
          <a:lstStyle/>
          <a:p>
            <a:pPr indent="0" lvl="0" marL="0" marR="0" rtl="0" algn="ctr">
              <a:lnSpc>
                <a:spcPct val="100299"/>
              </a:lnSpc>
              <a:spcBef>
                <a:spcPts val="0"/>
              </a:spcBef>
              <a:spcAft>
                <a:spcPts val="0"/>
              </a:spcAft>
              <a:buClr>
                <a:srgbClr val="000000"/>
              </a:buClr>
              <a:buSzPts val="1400"/>
              <a:buFont typeface="Arial"/>
              <a:buNone/>
            </a:pPr>
            <a:r>
              <a:rPr b="0" i="0" lang="en-GB" sz="1400" u="none" cap="none" strike="noStrike">
                <a:solidFill>
                  <a:srgbClr val="EFEFEF"/>
                </a:solidFill>
                <a:latin typeface="Tahoma"/>
                <a:ea typeface="Tahoma"/>
                <a:cs typeface="Tahoma"/>
                <a:sym typeface="Tahoma"/>
              </a:rPr>
              <a:t>PlantUML is a tool that allows users to create UML diagrams from plain text descriptions. It supports various diagram types, including sequence, use case, and class diagrams, making it a valuable resource for software design and documentation. Its simplicity enables quick visualization of complex systems.</a:t>
            </a:r>
            <a:endParaRPr b="0" i="0" sz="1400" u="none" cap="none" strike="noStrike">
              <a:solidFill>
                <a:srgbClr val="EFEFEF"/>
              </a:solidFill>
              <a:latin typeface="Tahoma"/>
              <a:ea typeface="Tahoma"/>
              <a:cs typeface="Tahoma"/>
              <a:sym typeface="Tahoma"/>
            </a:endParaRPr>
          </a:p>
        </p:txBody>
      </p:sp>
      <p:pic>
        <p:nvPicPr>
          <p:cNvPr id="251" name="Google Shape;251;p26"/>
          <p:cNvPicPr preferRelativeResize="0"/>
          <p:nvPr/>
        </p:nvPicPr>
        <p:blipFill rotWithShape="1">
          <a:blip r:embed="rId3">
            <a:alphaModFix/>
          </a:blip>
          <a:srcRect b="0" l="0" r="0" t="0"/>
          <a:stretch/>
        </p:blipFill>
        <p:spPr>
          <a:xfrm>
            <a:off x="4196054" y="948789"/>
            <a:ext cx="4622632" cy="2916824"/>
          </a:xfrm>
          <a:prstGeom prst="rect">
            <a:avLst/>
          </a:prstGeom>
          <a:noFill/>
          <a:ln>
            <a:noFill/>
          </a:ln>
        </p:spPr>
      </p:pic>
      <p:sp>
        <p:nvSpPr>
          <p:cNvPr id="252" name="Google Shape;252;p26"/>
          <p:cNvSpPr txBox="1"/>
          <p:nvPr/>
        </p:nvSpPr>
        <p:spPr>
          <a:xfrm>
            <a:off x="5376285" y="4440957"/>
            <a:ext cx="1950300" cy="191100"/>
          </a:xfrm>
          <a:prstGeom prst="rect">
            <a:avLst/>
          </a:prstGeom>
          <a:noFill/>
          <a:ln>
            <a:noFill/>
          </a:ln>
        </p:spPr>
        <p:txBody>
          <a:bodyPr anchorCtr="0" anchor="t" bIns="0" lIns="0" spcFirstLastPara="1" rIns="0" wrap="square" tIns="6350">
            <a:spAutoFit/>
          </a:bodyPr>
          <a:lstStyle/>
          <a:p>
            <a:pPr indent="0" lvl="0" marL="0" marR="0" rtl="0" algn="l">
              <a:lnSpc>
                <a:spcPct val="100000"/>
              </a:lnSpc>
              <a:spcBef>
                <a:spcPts val="0"/>
              </a:spcBef>
              <a:spcAft>
                <a:spcPts val="0"/>
              </a:spcAft>
              <a:buClr>
                <a:srgbClr val="000000"/>
              </a:buClr>
              <a:buSzPts val="1200"/>
              <a:buFont typeface="Arial"/>
              <a:buNone/>
            </a:pPr>
            <a:r>
              <a:rPr b="0" i="0" lang="en-GB" sz="1200" u="none" cap="none" strike="noStrike">
                <a:solidFill>
                  <a:srgbClr val="D9D9D9"/>
                </a:solidFill>
                <a:latin typeface="Tahoma"/>
                <a:ea typeface="Tahoma"/>
                <a:cs typeface="Tahoma"/>
                <a:sym typeface="Tahoma"/>
              </a:rPr>
              <a:t>An example of a </a:t>
            </a:r>
            <a:r>
              <a:rPr lang="en-GB" sz="1200">
                <a:solidFill>
                  <a:srgbClr val="D9D9D9"/>
                </a:solidFill>
                <a:latin typeface="Tahoma"/>
                <a:ea typeface="Tahoma"/>
                <a:cs typeface="Tahoma"/>
                <a:sym typeface="Tahoma"/>
              </a:rPr>
              <a:t>PlantUML</a:t>
            </a:r>
            <a:endParaRPr b="0" i="0" sz="1200" u="none" cap="none" strike="noStrike">
              <a:solidFill>
                <a:srgbClr val="D9D9D9"/>
              </a:solidFill>
              <a:latin typeface="Tahoma"/>
              <a:ea typeface="Tahoma"/>
              <a:cs typeface="Tahoma"/>
              <a:sym typeface="Tahoma"/>
            </a:endParaRPr>
          </a:p>
        </p:txBody>
      </p:sp>
      <p:sp>
        <p:nvSpPr>
          <p:cNvPr id="253" name="Google Shape;253;p26"/>
          <p:cNvSpPr txBox="1"/>
          <p:nvPr>
            <p:ph idx="12" type="sldNum"/>
          </p:nvPr>
        </p:nvSpPr>
        <p:spPr>
          <a:xfrm>
            <a:off x="6583680" y="5314950"/>
            <a:ext cx="2103000" cy="107700"/>
          </a:xfrm>
          <a:prstGeom prst="rect">
            <a:avLst/>
          </a:prstGeom>
          <a:noFill/>
          <a:ln>
            <a:noFill/>
          </a:ln>
        </p:spPr>
        <p:txBody>
          <a:bodyPr anchorCtr="0" anchor="t" bIns="0" lIns="0" spcFirstLastPara="1" rIns="0" wrap="square" tIns="0">
            <a:spAutoFit/>
          </a:bodyPr>
          <a:lstStyle/>
          <a:p>
            <a:pPr indent="0" lvl="0" marL="0" rtl="0" algn="r">
              <a:lnSpc>
                <a:spcPct val="100000"/>
              </a:lnSpc>
              <a:spcBef>
                <a:spcPts val="0"/>
              </a:spcBef>
              <a:spcAft>
                <a:spcPts val="0"/>
              </a:spcAft>
              <a:buClr>
                <a:srgbClr val="000000"/>
              </a:buClr>
              <a:buSzPts val="700"/>
              <a:buFont typeface="Arial"/>
              <a:buNone/>
            </a:pPr>
            <a:fld id="{00000000-1234-1234-1234-123412341234}" type="slidenum">
              <a:rPr lang="en-GB"/>
              <a:t>‹#›</a:t>
            </a:fld>
            <a:endParaRPr>
              <a:solidFill>
                <a:schemeClr val="lt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pic>
        <p:nvPicPr>
          <p:cNvPr id="258" name="Google Shape;258;p27"/>
          <p:cNvPicPr preferRelativeResize="0"/>
          <p:nvPr/>
        </p:nvPicPr>
        <p:blipFill rotWithShape="1">
          <a:blip r:embed="rId3">
            <a:alphaModFix/>
          </a:blip>
          <a:srcRect b="0" l="0" r="0" t="0"/>
          <a:stretch/>
        </p:blipFill>
        <p:spPr>
          <a:xfrm>
            <a:off x="4568700" y="1653968"/>
            <a:ext cx="3852869" cy="2934838"/>
          </a:xfrm>
          <a:prstGeom prst="rect">
            <a:avLst/>
          </a:prstGeom>
          <a:noFill/>
          <a:ln>
            <a:noFill/>
          </a:ln>
        </p:spPr>
      </p:pic>
      <p:sp>
        <p:nvSpPr>
          <p:cNvPr id="259" name="Google Shape;259;p27"/>
          <p:cNvSpPr txBox="1"/>
          <p:nvPr>
            <p:ph type="title"/>
          </p:nvPr>
        </p:nvSpPr>
        <p:spPr>
          <a:xfrm>
            <a:off x="537769" y="1176349"/>
            <a:ext cx="3588300" cy="623700"/>
          </a:xfrm>
          <a:prstGeom prst="rect">
            <a:avLst/>
          </a:prstGeom>
          <a:noFill/>
          <a:ln>
            <a:noFill/>
          </a:ln>
        </p:spPr>
        <p:txBody>
          <a:bodyPr anchorCtr="0" anchor="t" bIns="0" lIns="0" spcFirstLastPara="1" rIns="0" wrap="square" tIns="7925">
            <a:spAutoFit/>
          </a:bodyPr>
          <a:lstStyle/>
          <a:p>
            <a:pPr indent="0" lvl="0" marL="0" rtl="0" algn="l">
              <a:lnSpc>
                <a:spcPct val="100000"/>
              </a:lnSpc>
              <a:spcBef>
                <a:spcPts val="0"/>
              </a:spcBef>
              <a:spcAft>
                <a:spcPts val="0"/>
              </a:spcAft>
              <a:buSzPts val="700"/>
              <a:buNone/>
            </a:pPr>
            <a:r>
              <a:rPr lang="en-GB" sz="2000">
                <a:solidFill>
                  <a:srgbClr val="D9D9D9"/>
                </a:solidFill>
              </a:rPr>
              <a:t>CHALLENGES AND CONSIDERATIONS</a:t>
            </a:r>
            <a:endParaRPr sz="2000">
              <a:solidFill>
                <a:srgbClr val="D9D9D9"/>
              </a:solidFill>
            </a:endParaRPr>
          </a:p>
        </p:txBody>
      </p:sp>
      <p:sp>
        <p:nvSpPr>
          <p:cNvPr id="260" name="Google Shape;260;p27"/>
          <p:cNvSpPr txBox="1"/>
          <p:nvPr/>
        </p:nvSpPr>
        <p:spPr>
          <a:xfrm>
            <a:off x="408472" y="1991557"/>
            <a:ext cx="3949800" cy="2222700"/>
          </a:xfrm>
          <a:prstGeom prst="rect">
            <a:avLst/>
          </a:prstGeom>
          <a:noFill/>
          <a:ln>
            <a:noFill/>
          </a:ln>
        </p:spPr>
        <p:txBody>
          <a:bodyPr anchorCtr="0" anchor="t" bIns="0" lIns="0" spcFirstLastPara="1" rIns="0" wrap="square" tIns="6025">
            <a:spAutoFit/>
          </a:bodyPr>
          <a:lstStyle/>
          <a:p>
            <a:pPr indent="0" lvl="0" marL="215900" marR="215900" rtl="0" algn="ctr">
              <a:lnSpc>
                <a:spcPct val="100000"/>
              </a:lnSpc>
              <a:spcBef>
                <a:spcPts val="0"/>
              </a:spcBef>
              <a:spcAft>
                <a:spcPts val="0"/>
              </a:spcAft>
              <a:buClr>
                <a:srgbClr val="000000"/>
              </a:buClr>
              <a:buSzPts val="1800"/>
              <a:buFont typeface="Arial"/>
              <a:buNone/>
            </a:pPr>
            <a:r>
              <a:rPr b="0" i="0" lang="en-GB" sz="1800" u="none" cap="none" strike="noStrike">
                <a:solidFill>
                  <a:srgbClr val="EFEFEF"/>
                </a:solidFill>
                <a:latin typeface="Times New Roman"/>
                <a:ea typeface="Times New Roman"/>
                <a:cs typeface="Times New Roman"/>
                <a:sym typeface="Times New Roman"/>
              </a:rPr>
              <a:t>While integrating automated tools offers numerous benefits, challenges such as data </a:t>
            </a:r>
            <a:r>
              <a:rPr lang="en-GB" sz="1800">
                <a:solidFill>
                  <a:srgbClr val="EFEFEF"/>
                </a:solidFill>
                <a:latin typeface="Times New Roman"/>
                <a:ea typeface="Times New Roman"/>
                <a:cs typeface="Times New Roman"/>
                <a:sym typeface="Times New Roman"/>
              </a:rPr>
              <a:t>privacy, </a:t>
            </a:r>
            <a:r>
              <a:rPr b="0" i="0" lang="en-GB" sz="1800" u="none" cap="none" strike="noStrike">
                <a:solidFill>
                  <a:srgbClr val="EFEFEF"/>
                </a:solidFill>
                <a:latin typeface="Times New Roman"/>
                <a:ea typeface="Times New Roman"/>
                <a:cs typeface="Times New Roman"/>
                <a:sym typeface="Times New Roman"/>
              </a:rPr>
              <a:t>tool compatibility, and the need for training must be addressed.</a:t>
            </a:r>
            <a:endParaRPr b="0" i="0" sz="1800" u="none" cap="none" strike="noStrike">
              <a:solidFill>
                <a:srgbClr val="EFEFEF"/>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1800"/>
              <a:buFont typeface="Arial"/>
              <a:buNone/>
            </a:pPr>
            <a:r>
              <a:rPr b="0" i="0" lang="en-GB" sz="1800" u="none" cap="none" strike="noStrike">
                <a:solidFill>
                  <a:srgbClr val="EFEFEF"/>
                </a:solidFill>
                <a:latin typeface="Times New Roman"/>
                <a:ea typeface="Times New Roman"/>
                <a:cs typeface="Times New Roman"/>
                <a:sym typeface="Times New Roman"/>
              </a:rPr>
              <a:t>Organizations must carefully evaluate these factors to ensure a successful implementation of AI in their processes.</a:t>
            </a:r>
            <a:endParaRPr b="0" i="0" sz="1800" u="none" cap="none" strike="noStrike">
              <a:solidFill>
                <a:srgbClr val="EFEFEF"/>
              </a:solidFill>
              <a:latin typeface="Times New Roman"/>
              <a:ea typeface="Times New Roman"/>
              <a:cs typeface="Times New Roman"/>
              <a:sym typeface="Times New Roman"/>
            </a:endParaRPr>
          </a:p>
        </p:txBody>
      </p:sp>
      <p:sp>
        <p:nvSpPr>
          <p:cNvPr id="261" name="Google Shape;261;p27"/>
          <p:cNvSpPr txBox="1"/>
          <p:nvPr>
            <p:ph idx="12" type="sldNum"/>
          </p:nvPr>
        </p:nvSpPr>
        <p:spPr>
          <a:xfrm>
            <a:off x="6583680" y="5314950"/>
            <a:ext cx="2103000" cy="107700"/>
          </a:xfrm>
          <a:prstGeom prst="rect">
            <a:avLst/>
          </a:prstGeom>
          <a:noFill/>
          <a:ln>
            <a:noFill/>
          </a:ln>
        </p:spPr>
        <p:txBody>
          <a:bodyPr anchorCtr="0" anchor="t" bIns="0" lIns="0" spcFirstLastPara="1" rIns="0" wrap="square" tIns="0">
            <a:spAutoFit/>
          </a:bodyPr>
          <a:lstStyle/>
          <a:p>
            <a:pPr indent="0" lvl="0" marL="0" rtl="0" algn="r">
              <a:lnSpc>
                <a:spcPct val="100000"/>
              </a:lnSpc>
              <a:spcBef>
                <a:spcPts val="0"/>
              </a:spcBef>
              <a:spcAft>
                <a:spcPts val="0"/>
              </a:spcAft>
              <a:buClr>
                <a:srgbClr val="000000"/>
              </a:buClr>
              <a:buSzPts val="700"/>
              <a:buFont typeface="Arial"/>
              <a:buNone/>
            </a:pPr>
            <a:fld id="{00000000-1234-1234-1234-123412341234}" type="slidenum">
              <a:rPr lang="en-GB"/>
              <a:t>‹#›</a:t>
            </a:fld>
            <a:endParaRPr>
              <a:solidFill>
                <a:schemeClr val="lt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65" name="Shape 265"/>
        <p:cNvGrpSpPr/>
        <p:nvPr/>
      </p:nvGrpSpPr>
      <p:grpSpPr>
        <a:xfrm>
          <a:off x="0" y="0"/>
          <a:ext cx="0" cy="0"/>
          <a:chOff x="0" y="0"/>
          <a:chExt cx="0" cy="0"/>
        </a:xfrm>
      </p:grpSpPr>
      <p:sp>
        <p:nvSpPr>
          <p:cNvPr id="266" name="Google Shape;266;p28"/>
          <p:cNvSpPr/>
          <p:nvPr/>
        </p:nvSpPr>
        <p:spPr>
          <a:xfrm>
            <a:off x="7495" y="0"/>
            <a:ext cx="9129713" cy="195596"/>
          </a:xfrm>
          <a:custGeom>
            <a:rect b="b" l="l" r="r" t="t"/>
            <a:pathLst>
              <a:path extrusionOk="0" h="352425" w="18259425">
                <a:moveTo>
                  <a:pt x="18259425" y="0"/>
                </a:moveTo>
                <a:lnTo>
                  <a:pt x="0" y="0"/>
                </a:lnTo>
                <a:lnTo>
                  <a:pt x="0" y="352425"/>
                </a:lnTo>
                <a:lnTo>
                  <a:pt x="18259425" y="352425"/>
                </a:lnTo>
                <a:lnTo>
                  <a:pt x="18259425" y="0"/>
                </a:lnTo>
                <a:close/>
              </a:path>
            </a:pathLst>
          </a:custGeom>
          <a:solidFill>
            <a:srgbClr val="DB7563"/>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267" name="Google Shape;267;p28"/>
          <p:cNvSpPr/>
          <p:nvPr/>
        </p:nvSpPr>
        <p:spPr>
          <a:xfrm>
            <a:off x="0" y="4911993"/>
            <a:ext cx="176213" cy="796832"/>
          </a:xfrm>
          <a:custGeom>
            <a:rect b="b" l="l" r="r" t="t"/>
            <a:pathLst>
              <a:path extrusionOk="0" h="1435734" w="352425">
                <a:moveTo>
                  <a:pt x="352424" y="0"/>
                </a:moveTo>
                <a:lnTo>
                  <a:pt x="0" y="0"/>
                </a:lnTo>
                <a:lnTo>
                  <a:pt x="0" y="1435258"/>
                </a:lnTo>
                <a:lnTo>
                  <a:pt x="352424" y="1435258"/>
                </a:lnTo>
                <a:lnTo>
                  <a:pt x="352424" y="0"/>
                </a:lnTo>
                <a:close/>
              </a:path>
            </a:pathLst>
          </a:custGeom>
          <a:solidFill>
            <a:srgbClr val="DB7563"/>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268" name="Google Shape;268;p28"/>
          <p:cNvSpPr/>
          <p:nvPr/>
        </p:nvSpPr>
        <p:spPr>
          <a:xfrm>
            <a:off x="8963784" y="4911995"/>
            <a:ext cx="174307" cy="796481"/>
          </a:xfrm>
          <a:custGeom>
            <a:rect b="b" l="l" r="r" t="t"/>
            <a:pathLst>
              <a:path extrusionOk="0" h="1435100" w="348615">
                <a:moveTo>
                  <a:pt x="348000" y="0"/>
                </a:moveTo>
                <a:lnTo>
                  <a:pt x="0" y="0"/>
                </a:lnTo>
                <a:lnTo>
                  <a:pt x="0" y="1434490"/>
                </a:lnTo>
                <a:lnTo>
                  <a:pt x="348000" y="1434490"/>
                </a:lnTo>
                <a:lnTo>
                  <a:pt x="348000" y="0"/>
                </a:lnTo>
                <a:close/>
              </a:path>
            </a:pathLst>
          </a:custGeom>
          <a:solidFill>
            <a:srgbClr val="DB7563"/>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269" name="Google Shape;269;p28"/>
          <p:cNvSpPr txBox="1"/>
          <p:nvPr>
            <p:ph type="title"/>
          </p:nvPr>
        </p:nvSpPr>
        <p:spPr>
          <a:xfrm>
            <a:off x="1933559" y="1428764"/>
            <a:ext cx="5266500" cy="315900"/>
          </a:xfrm>
          <a:prstGeom prst="rect">
            <a:avLst/>
          </a:prstGeom>
          <a:noFill/>
          <a:ln>
            <a:noFill/>
          </a:ln>
        </p:spPr>
        <p:txBody>
          <a:bodyPr anchorCtr="0" anchor="t" bIns="0" lIns="0" spcFirstLastPara="1" rIns="0" wrap="square" tIns="7925">
            <a:spAutoFit/>
          </a:bodyPr>
          <a:lstStyle/>
          <a:p>
            <a:pPr indent="0" lvl="0" marL="0" rtl="0" algn="l">
              <a:lnSpc>
                <a:spcPct val="100000"/>
              </a:lnSpc>
              <a:spcBef>
                <a:spcPts val="0"/>
              </a:spcBef>
              <a:spcAft>
                <a:spcPts val="0"/>
              </a:spcAft>
              <a:buSzPts val="700"/>
              <a:buNone/>
            </a:pPr>
            <a:r>
              <a:rPr lang="en-GB" sz="2000">
                <a:solidFill>
                  <a:srgbClr val="B75442"/>
                </a:solidFill>
              </a:rPr>
              <a:t>Takeaways from requirement Analysis</a:t>
            </a:r>
            <a:endParaRPr sz="2000"/>
          </a:p>
        </p:txBody>
      </p:sp>
      <p:sp>
        <p:nvSpPr>
          <p:cNvPr id="270" name="Google Shape;270;p28"/>
          <p:cNvSpPr txBox="1"/>
          <p:nvPr>
            <p:ph idx="1" type="body"/>
          </p:nvPr>
        </p:nvSpPr>
        <p:spPr>
          <a:xfrm>
            <a:off x="2069675" y="2162833"/>
            <a:ext cx="5097900" cy="2264700"/>
          </a:xfrm>
          <a:prstGeom prst="rect">
            <a:avLst/>
          </a:prstGeom>
          <a:noFill/>
          <a:ln>
            <a:noFill/>
          </a:ln>
        </p:spPr>
        <p:txBody>
          <a:bodyPr anchorCtr="0" anchor="t" bIns="0" lIns="0" spcFirstLastPara="1" rIns="0" wrap="square" tIns="5075">
            <a:spAutoFit/>
          </a:bodyPr>
          <a:lstStyle/>
          <a:p>
            <a:pPr indent="0" lvl="0" marL="12700" marR="12700" rtl="0" algn="ctr">
              <a:lnSpc>
                <a:spcPct val="101000"/>
              </a:lnSpc>
              <a:spcBef>
                <a:spcPts val="100"/>
              </a:spcBef>
              <a:spcAft>
                <a:spcPts val="0"/>
              </a:spcAft>
              <a:buSzPts val="700"/>
              <a:buNone/>
            </a:pPr>
            <a:r>
              <a:rPr lang="en-GB" sz="2000">
                <a:solidFill>
                  <a:srgbClr val="D9D9D9"/>
                </a:solidFill>
                <a:latin typeface="Times New Roman"/>
                <a:ea typeface="Times New Roman"/>
                <a:cs typeface="Times New Roman"/>
                <a:sym typeface="Times New Roman"/>
              </a:rPr>
              <a:t>In conclusion, enhancing requirement analysis and design through UML modeling presents significant opportunities for improvement in software development.</a:t>
            </a:r>
            <a:endParaRPr sz="2000">
              <a:solidFill>
                <a:srgbClr val="D9D9D9"/>
              </a:solidFill>
              <a:latin typeface="Times New Roman"/>
              <a:ea typeface="Times New Roman"/>
              <a:cs typeface="Times New Roman"/>
              <a:sym typeface="Times New Roman"/>
            </a:endParaRPr>
          </a:p>
          <a:p>
            <a:pPr indent="0" lvl="0" marL="12700" marR="12700" rtl="0" algn="ctr">
              <a:lnSpc>
                <a:spcPct val="115000"/>
              </a:lnSpc>
              <a:spcBef>
                <a:spcPts val="0"/>
              </a:spcBef>
              <a:spcAft>
                <a:spcPts val="0"/>
              </a:spcAft>
              <a:buSzPts val="700"/>
              <a:buNone/>
            </a:pPr>
            <a:r>
              <a:rPr lang="en-GB" sz="2000">
                <a:solidFill>
                  <a:srgbClr val="D9D9D9"/>
                </a:solidFill>
                <a:latin typeface="Times New Roman"/>
                <a:ea typeface="Times New Roman"/>
                <a:cs typeface="Times New Roman"/>
                <a:sym typeface="Times New Roman"/>
              </a:rPr>
              <a:t>Future advancements in AI technology will likely further streamline these processes, promoting more effective and efficient project outcomes.</a:t>
            </a:r>
            <a:endParaRPr sz="2000">
              <a:solidFill>
                <a:srgbClr val="D9D9D9"/>
              </a:solidFill>
              <a:latin typeface="Times New Roman"/>
              <a:ea typeface="Times New Roman"/>
              <a:cs typeface="Times New Roman"/>
              <a:sym typeface="Times New Roman"/>
            </a:endParaRPr>
          </a:p>
        </p:txBody>
      </p:sp>
      <p:sp>
        <p:nvSpPr>
          <p:cNvPr id="271" name="Google Shape;271;p28"/>
          <p:cNvSpPr txBox="1"/>
          <p:nvPr>
            <p:ph idx="12" type="sldNum"/>
          </p:nvPr>
        </p:nvSpPr>
        <p:spPr>
          <a:xfrm>
            <a:off x="6583680" y="5314950"/>
            <a:ext cx="2103000" cy="107700"/>
          </a:xfrm>
          <a:prstGeom prst="rect">
            <a:avLst/>
          </a:prstGeom>
          <a:noFill/>
          <a:ln>
            <a:noFill/>
          </a:ln>
        </p:spPr>
        <p:txBody>
          <a:bodyPr anchorCtr="0" anchor="t" bIns="0" lIns="0" spcFirstLastPara="1" rIns="0" wrap="square" tIns="0">
            <a:spAutoFit/>
          </a:bodyPr>
          <a:lstStyle/>
          <a:p>
            <a:pPr indent="0" lvl="0" marL="0" rtl="0" algn="r">
              <a:lnSpc>
                <a:spcPct val="100000"/>
              </a:lnSpc>
              <a:spcBef>
                <a:spcPts val="0"/>
              </a:spcBef>
              <a:spcAft>
                <a:spcPts val="0"/>
              </a:spcAft>
              <a:buClr>
                <a:srgbClr val="000000"/>
              </a:buClr>
              <a:buSzPts val="700"/>
              <a:buFont typeface="Arial"/>
              <a:buNone/>
            </a:pPr>
            <a:fld id="{00000000-1234-1234-1234-123412341234}" type="slidenum">
              <a:rPr lang="en-GB"/>
              <a:t>‹#›</a:t>
            </a:fld>
            <a:endParaRPr>
              <a:solidFill>
                <a:schemeClr val="lt1"/>
              </a:solidFill>
            </a:endParaRPr>
          </a:p>
        </p:txBody>
      </p:sp>
      <p:pic>
        <p:nvPicPr>
          <p:cNvPr id="272" name="Google Shape;272;p28"/>
          <p:cNvPicPr preferRelativeResize="0"/>
          <p:nvPr/>
        </p:nvPicPr>
        <p:blipFill rotWithShape="1">
          <a:blip r:embed="rId3">
            <a:alphaModFix/>
          </a:blip>
          <a:srcRect b="0" l="0" r="0" t="0"/>
          <a:stretch/>
        </p:blipFill>
        <p:spPr>
          <a:xfrm>
            <a:off x="7644616" y="271116"/>
            <a:ext cx="1432325" cy="1074850"/>
          </a:xfrm>
          <a:prstGeom prst="rect">
            <a:avLst/>
          </a:prstGeom>
          <a:noFill/>
          <a:ln>
            <a:noFill/>
          </a:ln>
        </p:spPr>
      </p:pic>
      <p:sp>
        <p:nvSpPr>
          <p:cNvPr id="273" name="Google Shape;273;p28"/>
          <p:cNvSpPr txBox="1"/>
          <p:nvPr/>
        </p:nvSpPr>
        <p:spPr>
          <a:xfrm>
            <a:off x="3189750" y="5255875"/>
            <a:ext cx="3000000" cy="3849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300"/>
              <a:buFont typeface="Arial"/>
              <a:buNone/>
            </a:pPr>
            <a:r>
              <a:rPr b="1" i="0" lang="en-GB" sz="1300" u="none" cap="none" strike="noStrike">
                <a:solidFill>
                  <a:srgbClr val="5B0F00"/>
                </a:solidFill>
                <a:latin typeface="Lato"/>
                <a:ea typeface="Lato"/>
                <a:cs typeface="Lato"/>
                <a:sym typeface="Lato"/>
              </a:rPr>
              <a:t>CDAC Hyderabad</a:t>
            </a:r>
            <a:endParaRPr b="1" i="0" sz="1300" u="none" cap="none" strike="noStrike">
              <a:solidFill>
                <a:srgbClr val="5B0F00"/>
              </a:solidFill>
              <a:latin typeface="Lato"/>
              <a:ea typeface="Lato"/>
              <a:cs typeface="Lato"/>
              <a:sym typeface="La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29"/>
          <p:cNvSpPr/>
          <p:nvPr/>
        </p:nvSpPr>
        <p:spPr>
          <a:xfrm>
            <a:off x="8105163" y="4754126"/>
            <a:ext cx="639127" cy="709431"/>
          </a:xfrm>
          <a:custGeom>
            <a:rect b="b" l="l" r="r" t="t"/>
            <a:pathLst>
              <a:path extrusionOk="0" h="1278254" w="1278255">
                <a:moveTo>
                  <a:pt x="639318" y="1277909"/>
                </a:moveTo>
                <a:lnTo>
                  <a:pt x="0" y="1277909"/>
                </a:lnTo>
                <a:lnTo>
                  <a:pt x="0" y="0"/>
                </a:lnTo>
                <a:lnTo>
                  <a:pt x="1277874" y="0"/>
                </a:lnTo>
                <a:lnTo>
                  <a:pt x="1277874" y="1277909"/>
                </a:lnTo>
                <a:lnTo>
                  <a:pt x="639318" y="1277909"/>
                </a:lnTo>
                <a:close/>
              </a:path>
            </a:pathLst>
          </a:custGeom>
          <a:noFill/>
          <a:ln cap="flat" cmpd="sng" w="152625">
            <a:solidFill>
              <a:srgbClr val="DCCAB6"/>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pic>
        <p:nvPicPr>
          <p:cNvPr id="279" name="Google Shape;279;p29"/>
          <p:cNvPicPr preferRelativeResize="0"/>
          <p:nvPr/>
        </p:nvPicPr>
        <p:blipFill rotWithShape="1">
          <a:blip r:embed="rId3">
            <a:alphaModFix/>
          </a:blip>
          <a:srcRect b="0" l="0" r="0" t="0"/>
          <a:stretch/>
        </p:blipFill>
        <p:spPr>
          <a:xfrm>
            <a:off x="1758156" y="819533"/>
            <a:ext cx="3674398" cy="362265"/>
          </a:xfrm>
          <a:prstGeom prst="rect">
            <a:avLst/>
          </a:prstGeom>
          <a:noFill/>
          <a:ln>
            <a:noFill/>
          </a:ln>
        </p:spPr>
      </p:pic>
      <p:sp>
        <p:nvSpPr>
          <p:cNvPr id="280" name="Google Shape;280;p29"/>
          <p:cNvSpPr txBox="1"/>
          <p:nvPr/>
        </p:nvSpPr>
        <p:spPr>
          <a:xfrm>
            <a:off x="4813800" y="1860889"/>
            <a:ext cx="3990600" cy="2067600"/>
          </a:xfrm>
          <a:prstGeom prst="rect">
            <a:avLst/>
          </a:prstGeom>
          <a:noFill/>
          <a:ln>
            <a:noFill/>
          </a:ln>
        </p:spPr>
        <p:txBody>
          <a:bodyPr anchorCtr="0" anchor="t" bIns="0" lIns="0" spcFirstLastPara="1" rIns="0" wrap="square" tIns="6350">
            <a:spAutoFit/>
          </a:bodyPr>
          <a:lstStyle/>
          <a:p>
            <a:pPr indent="0" lvl="0" marL="0" marR="0" rtl="0" algn="ctr">
              <a:lnSpc>
                <a:spcPct val="100800"/>
              </a:lnSpc>
              <a:spcBef>
                <a:spcPts val="0"/>
              </a:spcBef>
              <a:spcAft>
                <a:spcPts val="0"/>
              </a:spcAft>
              <a:buClr>
                <a:srgbClr val="000000"/>
              </a:buClr>
              <a:buSzPts val="1900"/>
              <a:buFont typeface="Arial"/>
              <a:buNone/>
            </a:pPr>
            <a:r>
              <a:rPr b="0" i="0" lang="en-GB" sz="1900" u="none" cap="none" strike="noStrike">
                <a:solidFill>
                  <a:srgbClr val="000000"/>
                </a:solidFill>
                <a:latin typeface="Times New Roman"/>
                <a:ea typeface="Times New Roman"/>
                <a:cs typeface="Times New Roman"/>
                <a:sym typeface="Times New Roman"/>
              </a:rPr>
              <a:t>In today's fast-paced world, leveraging AI is crucial for efficient prototype and mockup generation. This presentation explores how artificial intelligence transforms design processes, enhancing creativity and productivity while reducing time and costs.</a:t>
            </a:r>
            <a:endParaRPr b="0" i="0" sz="1900" u="none" cap="none" strike="noStrike">
              <a:solidFill>
                <a:srgbClr val="000000"/>
              </a:solidFill>
              <a:latin typeface="Times New Roman"/>
              <a:ea typeface="Times New Roman"/>
              <a:cs typeface="Times New Roman"/>
              <a:sym typeface="Times New Roman"/>
            </a:endParaRPr>
          </a:p>
        </p:txBody>
      </p:sp>
      <p:pic>
        <p:nvPicPr>
          <p:cNvPr id="281" name="Google Shape;281;p29"/>
          <p:cNvPicPr preferRelativeResize="0"/>
          <p:nvPr/>
        </p:nvPicPr>
        <p:blipFill rotWithShape="1">
          <a:blip r:embed="rId4">
            <a:alphaModFix/>
          </a:blip>
          <a:srcRect b="0" l="0" r="0" t="0"/>
          <a:stretch/>
        </p:blipFill>
        <p:spPr>
          <a:xfrm>
            <a:off x="804850" y="1860889"/>
            <a:ext cx="3862350" cy="2893250"/>
          </a:xfrm>
          <a:prstGeom prst="rect">
            <a:avLst/>
          </a:prstGeom>
          <a:noFill/>
          <a:ln>
            <a:noFill/>
          </a:ln>
        </p:spPr>
      </p:pic>
      <p:sp>
        <p:nvSpPr>
          <p:cNvPr id="282" name="Google Shape;282;p29"/>
          <p:cNvSpPr txBox="1"/>
          <p:nvPr>
            <p:ph idx="12" type="sldNum"/>
          </p:nvPr>
        </p:nvSpPr>
        <p:spPr>
          <a:xfrm>
            <a:off x="6583680" y="5314950"/>
            <a:ext cx="2103000" cy="153900"/>
          </a:xfrm>
          <a:prstGeom prst="rect">
            <a:avLst/>
          </a:prstGeom>
          <a:noFill/>
          <a:ln>
            <a:noFill/>
          </a:ln>
        </p:spPr>
        <p:txBody>
          <a:bodyPr anchorCtr="0" anchor="t" bIns="0" lIns="0" spcFirstLastPara="1" rIns="0" wrap="square" tIns="0">
            <a:sp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GB"/>
              <a:t>‹#›</a:t>
            </a:fld>
            <a:endParaRPr>
              <a:solidFill>
                <a:schemeClr val="lt1"/>
              </a:solidFill>
            </a:endParaRPr>
          </a:p>
        </p:txBody>
      </p:sp>
      <p:pic>
        <p:nvPicPr>
          <p:cNvPr id="283" name="Google Shape;283;p29"/>
          <p:cNvPicPr preferRelativeResize="0"/>
          <p:nvPr/>
        </p:nvPicPr>
        <p:blipFill rotWithShape="1">
          <a:blip r:embed="rId5">
            <a:alphaModFix/>
          </a:blip>
          <a:srcRect b="0" l="0" r="0" t="0"/>
          <a:stretch/>
        </p:blipFill>
        <p:spPr>
          <a:xfrm>
            <a:off x="7789591" y="-98459"/>
            <a:ext cx="1432325" cy="1074850"/>
          </a:xfrm>
          <a:prstGeom prst="rect">
            <a:avLst/>
          </a:prstGeom>
          <a:noFill/>
          <a:ln>
            <a:noFill/>
          </a:ln>
        </p:spPr>
      </p:pic>
      <p:sp>
        <p:nvSpPr>
          <p:cNvPr id="284" name="Google Shape;284;p29"/>
          <p:cNvSpPr txBox="1"/>
          <p:nvPr/>
        </p:nvSpPr>
        <p:spPr>
          <a:xfrm>
            <a:off x="3020625" y="5314950"/>
            <a:ext cx="3000000" cy="3849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300"/>
              <a:buFont typeface="Arial"/>
              <a:buNone/>
            </a:pPr>
            <a:r>
              <a:rPr b="1" i="0" lang="en-GB" sz="1300" u="none" cap="none" strike="noStrike">
                <a:solidFill>
                  <a:srgbClr val="5B0F00"/>
                </a:solidFill>
                <a:latin typeface="Lato"/>
                <a:ea typeface="Lato"/>
                <a:cs typeface="Lato"/>
                <a:sym typeface="Lato"/>
              </a:rPr>
              <a:t>CDAC Hyderabad</a:t>
            </a:r>
            <a:endParaRPr b="1" i="0" sz="1300" u="none" cap="none" strike="noStrike">
              <a:solidFill>
                <a:srgbClr val="5B0F00"/>
              </a:solidFill>
              <a:latin typeface="Lato"/>
              <a:ea typeface="Lato"/>
              <a:cs typeface="Lato"/>
              <a:sym typeface="La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30"/>
          <p:cNvSpPr/>
          <p:nvPr/>
        </p:nvSpPr>
        <p:spPr>
          <a:xfrm>
            <a:off x="8105163" y="4754126"/>
            <a:ext cx="639127" cy="709431"/>
          </a:xfrm>
          <a:custGeom>
            <a:rect b="b" l="l" r="r" t="t"/>
            <a:pathLst>
              <a:path extrusionOk="0" h="1278254" w="1278255">
                <a:moveTo>
                  <a:pt x="639318" y="1277909"/>
                </a:moveTo>
                <a:lnTo>
                  <a:pt x="0" y="1277909"/>
                </a:lnTo>
                <a:lnTo>
                  <a:pt x="0" y="0"/>
                </a:lnTo>
                <a:lnTo>
                  <a:pt x="1277874" y="0"/>
                </a:lnTo>
                <a:lnTo>
                  <a:pt x="1277874" y="1277909"/>
                </a:lnTo>
                <a:lnTo>
                  <a:pt x="639318" y="1277909"/>
                </a:lnTo>
                <a:close/>
              </a:path>
            </a:pathLst>
          </a:custGeom>
          <a:noFill/>
          <a:ln cap="flat" cmpd="sng" w="152625">
            <a:solidFill>
              <a:srgbClr val="DCCAB6"/>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pic>
        <p:nvPicPr>
          <p:cNvPr id="290" name="Google Shape;290;p30"/>
          <p:cNvPicPr preferRelativeResize="0"/>
          <p:nvPr/>
        </p:nvPicPr>
        <p:blipFill rotWithShape="1">
          <a:blip r:embed="rId3">
            <a:alphaModFix/>
          </a:blip>
          <a:srcRect b="0" l="0" r="0" t="0"/>
          <a:stretch/>
        </p:blipFill>
        <p:spPr>
          <a:xfrm>
            <a:off x="2478306" y="776282"/>
            <a:ext cx="3631778" cy="348565"/>
          </a:xfrm>
          <a:prstGeom prst="rect">
            <a:avLst/>
          </a:prstGeom>
          <a:noFill/>
          <a:ln>
            <a:noFill/>
          </a:ln>
        </p:spPr>
      </p:pic>
      <p:sp>
        <p:nvSpPr>
          <p:cNvPr id="291" name="Google Shape;291;p30"/>
          <p:cNvSpPr txBox="1"/>
          <p:nvPr/>
        </p:nvSpPr>
        <p:spPr>
          <a:xfrm>
            <a:off x="5201374" y="1671771"/>
            <a:ext cx="3260400" cy="2243700"/>
          </a:xfrm>
          <a:prstGeom prst="rect">
            <a:avLst/>
          </a:prstGeom>
          <a:noFill/>
          <a:ln>
            <a:noFill/>
          </a:ln>
        </p:spPr>
        <p:txBody>
          <a:bodyPr anchorCtr="0" anchor="t" bIns="0" lIns="0" spcFirstLastPara="1" rIns="0" wrap="square" tIns="5700">
            <a:spAutoFit/>
          </a:bodyPr>
          <a:lstStyle/>
          <a:p>
            <a:pPr indent="0" lvl="0" marL="50800" marR="50800" rtl="0" algn="ctr">
              <a:lnSpc>
                <a:spcPct val="101099"/>
              </a:lnSpc>
              <a:spcBef>
                <a:spcPts val="0"/>
              </a:spcBef>
              <a:spcAft>
                <a:spcPts val="0"/>
              </a:spcAft>
              <a:buClr>
                <a:srgbClr val="000000"/>
              </a:buClr>
              <a:buSzPts val="1800"/>
              <a:buFont typeface="Arial"/>
              <a:buNone/>
            </a:pPr>
            <a:r>
              <a:rPr b="0" i="0" lang="en-GB" sz="1800" u="none" cap="none" strike="noStrike">
                <a:solidFill>
                  <a:srgbClr val="000000"/>
                </a:solidFill>
                <a:latin typeface="Times New Roman"/>
                <a:ea typeface="Times New Roman"/>
                <a:cs typeface="Times New Roman"/>
                <a:sym typeface="Times New Roman"/>
              </a:rPr>
              <a:t>Utilizing AI in prototyping offers numerous benefits, including speed, accuracy, and iteration.</a:t>
            </a:r>
            <a:endParaRPr b="0" i="0" sz="1800" u="none" cap="none" strike="noStrike">
              <a:solidFill>
                <a:srgbClr val="000000"/>
              </a:solidFill>
              <a:latin typeface="Times New Roman"/>
              <a:ea typeface="Times New Roman"/>
              <a:cs typeface="Times New Roman"/>
              <a:sym typeface="Times New Roman"/>
            </a:endParaRPr>
          </a:p>
          <a:p>
            <a:pPr indent="0" lvl="0" marL="0" marR="0" rtl="0" algn="ctr">
              <a:lnSpc>
                <a:spcPct val="101099"/>
              </a:lnSpc>
              <a:spcBef>
                <a:spcPts val="0"/>
              </a:spcBef>
              <a:spcAft>
                <a:spcPts val="0"/>
              </a:spcAft>
              <a:buClr>
                <a:srgbClr val="000000"/>
              </a:buClr>
              <a:buSzPts val="1800"/>
              <a:buFont typeface="Arial"/>
              <a:buNone/>
            </a:pPr>
            <a:r>
              <a:rPr b="0" i="0" lang="en-GB" sz="1800" u="none" cap="none" strike="noStrike">
                <a:solidFill>
                  <a:srgbClr val="000000"/>
                </a:solidFill>
                <a:latin typeface="Times New Roman"/>
                <a:ea typeface="Times New Roman"/>
                <a:cs typeface="Times New Roman"/>
                <a:sym typeface="Times New Roman"/>
              </a:rPr>
              <a:t>Designers can generate multiple prototypes quickly, test various ideas, and refine them based on real-time feedback, improving overall design quality.</a:t>
            </a:r>
            <a:endParaRPr b="0" i="0" sz="1800" u="none" cap="none" strike="noStrike">
              <a:solidFill>
                <a:srgbClr val="000000"/>
              </a:solidFill>
              <a:latin typeface="Times New Roman"/>
              <a:ea typeface="Times New Roman"/>
              <a:cs typeface="Times New Roman"/>
              <a:sym typeface="Times New Roman"/>
            </a:endParaRPr>
          </a:p>
        </p:txBody>
      </p:sp>
      <p:pic>
        <p:nvPicPr>
          <p:cNvPr id="292" name="Google Shape;292;p30"/>
          <p:cNvPicPr preferRelativeResize="0"/>
          <p:nvPr/>
        </p:nvPicPr>
        <p:blipFill rotWithShape="1">
          <a:blip r:embed="rId4">
            <a:alphaModFix/>
          </a:blip>
          <a:srcRect b="0" l="0" r="0" t="0"/>
          <a:stretch/>
        </p:blipFill>
        <p:spPr>
          <a:xfrm>
            <a:off x="163275" y="1671771"/>
            <a:ext cx="4896574" cy="2754323"/>
          </a:xfrm>
          <a:prstGeom prst="rect">
            <a:avLst/>
          </a:prstGeom>
          <a:noFill/>
          <a:ln>
            <a:noFill/>
          </a:ln>
        </p:spPr>
      </p:pic>
      <p:sp>
        <p:nvSpPr>
          <p:cNvPr id="293" name="Google Shape;293;p30"/>
          <p:cNvSpPr txBox="1"/>
          <p:nvPr>
            <p:ph idx="12" type="sldNum"/>
          </p:nvPr>
        </p:nvSpPr>
        <p:spPr>
          <a:xfrm>
            <a:off x="6583680" y="5314950"/>
            <a:ext cx="2103000" cy="153900"/>
          </a:xfrm>
          <a:prstGeom prst="rect">
            <a:avLst/>
          </a:prstGeom>
          <a:noFill/>
          <a:ln>
            <a:noFill/>
          </a:ln>
        </p:spPr>
        <p:txBody>
          <a:bodyPr anchorCtr="0" anchor="t" bIns="0" lIns="0" spcFirstLastPara="1" rIns="0" wrap="square" tIns="0">
            <a:sp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GB"/>
              <a:t>‹#›</a:t>
            </a:fld>
            <a:endParaRPr>
              <a:solidFill>
                <a:schemeClr val="lt1"/>
              </a:solidFill>
            </a:endParaRPr>
          </a:p>
        </p:txBody>
      </p:sp>
      <p:pic>
        <p:nvPicPr>
          <p:cNvPr id="294" name="Google Shape;294;p30"/>
          <p:cNvPicPr preferRelativeResize="0"/>
          <p:nvPr/>
        </p:nvPicPr>
        <p:blipFill rotWithShape="1">
          <a:blip r:embed="rId5">
            <a:alphaModFix/>
          </a:blip>
          <a:srcRect b="0" l="0" r="0" t="0"/>
          <a:stretch/>
        </p:blipFill>
        <p:spPr>
          <a:xfrm>
            <a:off x="7463391" y="101966"/>
            <a:ext cx="1432325" cy="1074850"/>
          </a:xfrm>
          <a:prstGeom prst="rect">
            <a:avLst/>
          </a:prstGeom>
          <a:noFill/>
          <a:ln>
            <a:noFill/>
          </a:ln>
        </p:spPr>
      </p:pic>
      <p:sp>
        <p:nvSpPr>
          <p:cNvPr id="295" name="Google Shape;295;p30"/>
          <p:cNvSpPr txBox="1"/>
          <p:nvPr/>
        </p:nvSpPr>
        <p:spPr>
          <a:xfrm>
            <a:off x="3072000" y="5314950"/>
            <a:ext cx="3000000" cy="3849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300"/>
              <a:buFont typeface="Arial"/>
              <a:buNone/>
            </a:pPr>
            <a:r>
              <a:rPr b="1" i="0" lang="en-GB" sz="1300" u="none" cap="none" strike="noStrike">
                <a:solidFill>
                  <a:srgbClr val="5B0F00"/>
                </a:solidFill>
                <a:latin typeface="Lato"/>
                <a:ea typeface="Lato"/>
                <a:cs typeface="Lato"/>
                <a:sym typeface="Lato"/>
              </a:rPr>
              <a:t>CDAC Hyderabad</a:t>
            </a:r>
            <a:endParaRPr b="1" i="0" sz="1300" u="none" cap="none" strike="noStrike">
              <a:solidFill>
                <a:srgbClr val="5B0F00"/>
              </a:solidFill>
              <a:latin typeface="Lato"/>
              <a:ea typeface="Lato"/>
              <a:cs typeface="Lato"/>
              <a:sym typeface="La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31"/>
          <p:cNvSpPr txBox="1"/>
          <p:nvPr>
            <p:ph type="ctrTitle"/>
          </p:nvPr>
        </p:nvSpPr>
        <p:spPr>
          <a:xfrm>
            <a:off x="777000" y="197667"/>
            <a:ext cx="6358800" cy="421800"/>
          </a:xfrm>
          <a:prstGeom prst="rect">
            <a:avLst/>
          </a:prstGeom>
          <a:noFill/>
          <a:ln>
            <a:noFill/>
          </a:ln>
        </p:spPr>
        <p:txBody>
          <a:bodyPr anchorCtr="0" anchor="t" bIns="0" lIns="0" spcFirstLastPara="1" rIns="0" wrap="square" tIns="6025">
            <a:spAutoFit/>
          </a:bodyPr>
          <a:lstStyle/>
          <a:p>
            <a:pPr indent="0" lvl="0" marL="0" rtl="0" algn="l">
              <a:lnSpc>
                <a:spcPct val="100000"/>
              </a:lnSpc>
              <a:spcBef>
                <a:spcPts val="0"/>
              </a:spcBef>
              <a:spcAft>
                <a:spcPts val="0"/>
              </a:spcAft>
              <a:buSzPts val="2800"/>
              <a:buNone/>
            </a:pPr>
            <a:r>
              <a:rPr b="1" lang="en-GB" sz="2700">
                <a:solidFill>
                  <a:srgbClr val="191919"/>
                </a:solidFill>
                <a:latin typeface="Arial"/>
                <a:ea typeface="Arial"/>
                <a:cs typeface="Arial"/>
                <a:sym typeface="Arial"/>
              </a:rPr>
              <a:t>AI Tools for Designers</a:t>
            </a:r>
            <a:endParaRPr b="1" sz="2700">
              <a:latin typeface="Arial"/>
              <a:ea typeface="Arial"/>
              <a:cs typeface="Arial"/>
              <a:sym typeface="Arial"/>
            </a:endParaRPr>
          </a:p>
        </p:txBody>
      </p:sp>
      <p:sp>
        <p:nvSpPr>
          <p:cNvPr id="301" name="Google Shape;301;p31"/>
          <p:cNvSpPr txBox="1"/>
          <p:nvPr/>
        </p:nvSpPr>
        <p:spPr>
          <a:xfrm>
            <a:off x="674050" y="741861"/>
            <a:ext cx="7545000" cy="1245600"/>
          </a:xfrm>
          <a:prstGeom prst="rect">
            <a:avLst/>
          </a:prstGeom>
          <a:noFill/>
          <a:ln>
            <a:noFill/>
          </a:ln>
        </p:spPr>
        <p:txBody>
          <a:bodyPr anchorCtr="0" anchor="t" bIns="0" lIns="0" spcFirstLastPara="1" rIns="0" wrap="square" tIns="6650">
            <a:spAutoFit/>
          </a:bodyPr>
          <a:lstStyle/>
          <a:p>
            <a:pPr indent="0" lvl="0" marL="0" marR="0" rtl="0" algn="l">
              <a:lnSpc>
                <a:spcPct val="100800"/>
              </a:lnSpc>
              <a:spcBef>
                <a:spcPts val="0"/>
              </a:spcBef>
              <a:spcAft>
                <a:spcPts val="0"/>
              </a:spcAft>
              <a:buClr>
                <a:srgbClr val="000000"/>
              </a:buClr>
              <a:buSzPts val="2000"/>
              <a:buFont typeface="Arial"/>
              <a:buNone/>
            </a:pPr>
            <a:r>
              <a:rPr b="0" i="0" lang="en-GB" sz="2000" u="none" cap="none" strike="noStrike">
                <a:solidFill>
                  <a:srgbClr val="000000"/>
                </a:solidFill>
                <a:latin typeface="Times New Roman"/>
                <a:ea typeface="Times New Roman"/>
                <a:cs typeface="Times New Roman"/>
                <a:sym typeface="Times New Roman"/>
              </a:rPr>
              <a:t>Several AI tools, such as Figma, Sketch, and Adobe Sensei, empower designers to create prototypes more efficiently. These tools automate repetitive tasks, allowing designers to focus on creativity and innovation in their projects.</a:t>
            </a:r>
            <a:endParaRPr b="0" i="0" sz="2000" u="none" cap="none" strike="noStrike">
              <a:solidFill>
                <a:srgbClr val="000000"/>
              </a:solidFill>
              <a:latin typeface="Times New Roman"/>
              <a:ea typeface="Times New Roman"/>
              <a:cs typeface="Times New Roman"/>
              <a:sym typeface="Times New Roman"/>
            </a:endParaRPr>
          </a:p>
        </p:txBody>
      </p:sp>
      <p:pic>
        <p:nvPicPr>
          <p:cNvPr id="302" name="Google Shape;302;p31"/>
          <p:cNvPicPr preferRelativeResize="0"/>
          <p:nvPr/>
        </p:nvPicPr>
        <p:blipFill rotWithShape="1">
          <a:blip r:embed="rId3">
            <a:alphaModFix/>
          </a:blip>
          <a:srcRect b="0" l="0" r="0" t="0"/>
          <a:stretch/>
        </p:blipFill>
        <p:spPr>
          <a:xfrm>
            <a:off x="3232812" y="2201391"/>
            <a:ext cx="5693682" cy="3025216"/>
          </a:xfrm>
          <a:prstGeom prst="rect">
            <a:avLst/>
          </a:prstGeom>
          <a:noFill/>
          <a:ln>
            <a:noFill/>
          </a:ln>
        </p:spPr>
      </p:pic>
      <p:sp>
        <p:nvSpPr>
          <p:cNvPr id="303" name="Google Shape;303;p31"/>
          <p:cNvSpPr txBox="1"/>
          <p:nvPr>
            <p:ph idx="12" type="sldNum"/>
          </p:nvPr>
        </p:nvSpPr>
        <p:spPr>
          <a:xfrm>
            <a:off x="6583680" y="5314950"/>
            <a:ext cx="2103000" cy="153900"/>
          </a:xfrm>
          <a:prstGeom prst="rect">
            <a:avLst/>
          </a:prstGeom>
          <a:noFill/>
          <a:ln>
            <a:noFill/>
          </a:ln>
        </p:spPr>
        <p:txBody>
          <a:bodyPr anchorCtr="0" anchor="t" bIns="0" lIns="0" spcFirstLastPara="1" rIns="0" wrap="square" tIns="0">
            <a:sp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GB"/>
              <a:t>‹#›</a:t>
            </a:fld>
            <a:endParaRPr>
              <a:solidFill>
                <a:schemeClr val="lt1"/>
              </a:solidFill>
            </a:endParaRPr>
          </a:p>
        </p:txBody>
      </p:sp>
      <p:pic>
        <p:nvPicPr>
          <p:cNvPr id="304" name="Google Shape;304;p31"/>
          <p:cNvPicPr preferRelativeResize="0"/>
          <p:nvPr/>
        </p:nvPicPr>
        <p:blipFill rotWithShape="1">
          <a:blip r:embed="rId4">
            <a:alphaModFix/>
          </a:blip>
          <a:srcRect b="0" l="0" r="0" t="0"/>
          <a:stretch/>
        </p:blipFill>
        <p:spPr>
          <a:xfrm>
            <a:off x="7590816" y="-128859"/>
            <a:ext cx="1432325" cy="1074850"/>
          </a:xfrm>
          <a:prstGeom prst="rect">
            <a:avLst/>
          </a:prstGeom>
          <a:noFill/>
          <a:ln>
            <a:noFill/>
          </a:ln>
        </p:spPr>
      </p:pic>
      <p:sp>
        <p:nvSpPr>
          <p:cNvPr id="305" name="Google Shape;305;p31"/>
          <p:cNvSpPr txBox="1"/>
          <p:nvPr/>
        </p:nvSpPr>
        <p:spPr>
          <a:xfrm>
            <a:off x="3072000" y="5314950"/>
            <a:ext cx="3000000" cy="3849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300"/>
              <a:buFont typeface="Arial"/>
              <a:buNone/>
            </a:pPr>
            <a:r>
              <a:rPr b="1" i="0" lang="en-GB" sz="1300" u="none" cap="none" strike="noStrike">
                <a:solidFill>
                  <a:srgbClr val="5B0F00"/>
                </a:solidFill>
                <a:latin typeface="Lato"/>
                <a:ea typeface="Lato"/>
                <a:cs typeface="Lato"/>
                <a:sym typeface="Lato"/>
              </a:rPr>
              <a:t>CDAC Hyderabad</a:t>
            </a:r>
            <a:endParaRPr b="1" i="0" sz="1300" u="none" cap="none" strike="noStrike">
              <a:solidFill>
                <a:srgbClr val="5B0F00"/>
              </a:solidFill>
              <a:latin typeface="Lato"/>
              <a:ea typeface="Lato"/>
              <a:cs typeface="Lato"/>
              <a:sym typeface="Lat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32"/>
          <p:cNvSpPr txBox="1"/>
          <p:nvPr>
            <p:ph type="title"/>
          </p:nvPr>
        </p:nvSpPr>
        <p:spPr>
          <a:xfrm>
            <a:off x="1297500" y="437500"/>
            <a:ext cx="4739700" cy="8604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400"/>
              <a:buNone/>
            </a:pPr>
            <a:r>
              <a:rPr lang="en-GB">
                <a:latin typeface="Arial"/>
                <a:ea typeface="Arial"/>
                <a:cs typeface="Arial"/>
                <a:sym typeface="Arial"/>
              </a:rPr>
              <a:t>Role of AI in Architectural Design</a:t>
            </a:r>
            <a:endParaRPr>
              <a:latin typeface="Arial"/>
              <a:ea typeface="Arial"/>
              <a:cs typeface="Arial"/>
              <a:sym typeface="Arial"/>
            </a:endParaRPr>
          </a:p>
        </p:txBody>
      </p:sp>
      <p:sp>
        <p:nvSpPr>
          <p:cNvPr id="311" name="Google Shape;311;p32"/>
          <p:cNvSpPr txBox="1"/>
          <p:nvPr>
            <p:ph idx="1" type="body"/>
          </p:nvPr>
        </p:nvSpPr>
        <p:spPr>
          <a:xfrm>
            <a:off x="1297500" y="1551389"/>
            <a:ext cx="6882000" cy="3324600"/>
          </a:xfrm>
          <a:prstGeom prst="rect">
            <a:avLst/>
          </a:prstGeom>
          <a:noFill/>
          <a:ln>
            <a:noFill/>
          </a:ln>
        </p:spPr>
        <p:txBody>
          <a:bodyPr anchorCtr="0" anchor="t" bIns="91425" lIns="91425" spcFirstLastPara="1" rIns="91425" wrap="square" tIns="91425">
            <a:noAutofit/>
          </a:bodyPr>
          <a:lstStyle/>
          <a:p>
            <a:pPr indent="-323977" lvl="0" marL="457200" rtl="0" algn="l">
              <a:lnSpc>
                <a:spcPct val="95000"/>
              </a:lnSpc>
              <a:spcBef>
                <a:spcPts val="0"/>
              </a:spcBef>
              <a:spcAft>
                <a:spcPts val="0"/>
              </a:spcAft>
              <a:buSzPts val="1502"/>
              <a:buFont typeface="Times New Roman"/>
              <a:buChar char="●"/>
            </a:pPr>
            <a:r>
              <a:rPr lang="en-GB" sz="1502">
                <a:latin typeface="Times New Roman"/>
                <a:ea typeface="Times New Roman"/>
                <a:cs typeface="Times New Roman"/>
                <a:sym typeface="Times New Roman"/>
              </a:rPr>
              <a:t>Automation of Design Process</a:t>
            </a:r>
            <a:endParaRPr sz="1502">
              <a:latin typeface="Times New Roman"/>
              <a:ea typeface="Times New Roman"/>
              <a:cs typeface="Times New Roman"/>
              <a:sym typeface="Times New Roman"/>
            </a:endParaRPr>
          </a:p>
          <a:p>
            <a:pPr indent="0" lvl="0" marL="914400" rtl="0" algn="l">
              <a:lnSpc>
                <a:spcPct val="95000"/>
              </a:lnSpc>
              <a:spcBef>
                <a:spcPts val="1200"/>
              </a:spcBef>
              <a:spcAft>
                <a:spcPts val="0"/>
              </a:spcAft>
              <a:buNone/>
            </a:pPr>
            <a:r>
              <a:t/>
            </a:r>
            <a:endParaRPr sz="1502">
              <a:latin typeface="Times New Roman"/>
              <a:ea typeface="Times New Roman"/>
              <a:cs typeface="Times New Roman"/>
              <a:sym typeface="Times New Roman"/>
            </a:endParaRPr>
          </a:p>
          <a:p>
            <a:pPr indent="-323977" lvl="0" marL="457200" rtl="0" algn="l">
              <a:lnSpc>
                <a:spcPct val="95000"/>
              </a:lnSpc>
              <a:spcBef>
                <a:spcPts val="1200"/>
              </a:spcBef>
              <a:spcAft>
                <a:spcPts val="0"/>
              </a:spcAft>
              <a:buSzPts val="1502"/>
              <a:buFont typeface="Times New Roman"/>
              <a:buChar char="●"/>
            </a:pPr>
            <a:r>
              <a:rPr lang="en-GB" sz="1502">
                <a:latin typeface="Times New Roman"/>
                <a:ea typeface="Times New Roman"/>
                <a:cs typeface="Times New Roman"/>
                <a:sym typeface="Times New Roman"/>
              </a:rPr>
              <a:t>Performance Optimization</a:t>
            </a:r>
            <a:endParaRPr sz="1502">
              <a:latin typeface="Times New Roman"/>
              <a:ea typeface="Times New Roman"/>
              <a:cs typeface="Times New Roman"/>
              <a:sym typeface="Times New Roman"/>
            </a:endParaRPr>
          </a:p>
          <a:p>
            <a:pPr indent="0" lvl="0" marL="914400" rtl="0" algn="l">
              <a:lnSpc>
                <a:spcPct val="95000"/>
              </a:lnSpc>
              <a:spcBef>
                <a:spcPts val="1200"/>
              </a:spcBef>
              <a:spcAft>
                <a:spcPts val="0"/>
              </a:spcAft>
              <a:buNone/>
            </a:pPr>
            <a:r>
              <a:t/>
            </a:r>
            <a:endParaRPr sz="1502">
              <a:latin typeface="Times New Roman"/>
              <a:ea typeface="Times New Roman"/>
              <a:cs typeface="Times New Roman"/>
              <a:sym typeface="Times New Roman"/>
            </a:endParaRPr>
          </a:p>
          <a:p>
            <a:pPr indent="-323977" lvl="0" marL="457200" rtl="0" algn="l">
              <a:lnSpc>
                <a:spcPct val="95000"/>
              </a:lnSpc>
              <a:spcBef>
                <a:spcPts val="1200"/>
              </a:spcBef>
              <a:spcAft>
                <a:spcPts val="0"/>
              </a:spcAft>
              <a:buSzPts val="1502"/>
              <a:buFont typeface="Times New Roman"/>
              <a:buChar char="●"/>
            </a:pPr>
            <a:r>
              <a:rPr lang="en-GB" sz="1502">
                <a:latin typeface="Times New Roman"/>
                <a:ea typeface="Times New Roman"/>
                <a:cs typeface="Times New Roman"/>
                <a:sym typeface="Times New Roman"/>
              </a:rPr>
              <a:t>Error Detection &amp; Validation</a:t>
            </a:r>
            <a:endParaRPr sz="1502">
              <a:latin typeface="Times New Roman"/>
              <a:ea typeface="Times New Roman"/>
              <a:cs typeface="Times New Roman"/>
              <a:sym typeface="Times New Roman"/>
            </a:endParaRPr>
          </a:p>
          <a:p>
            <a:pPr indent="0" lvl="0" marL="914400" rtl="0" algn="l">
              <a:lnSpc>
                <a:spcPct val="95000"/>
              </a:lnSpc>
              <a:spcBef>
                <a:spcPts val="1200"/>
              </a:spcBef>
              <a:spcAft>
                <a:spcPts val="0"/>
              </a:spcAft>
              <a:buNone/>
            </a:pPr>
            <a:r>
              <a:t/>
            </a:r>
            <a:endParaRPr sz="1502">
              <a:latin typeface="Times New Roman"/>
              <a:ea typeface="Times New Roman"/>
              <a:cs typeface="Times New Roman"/>
              <a:sym typeface="Times New Roman"/>
            </a:endParaRPr>
          </a:p>
          <a:p>
            <a:pPr indent="-323977" lvl="0" marL="457200" rtl="0" algn="l">
              <a:lnSpc>
                <a:spcPct val="95000"/>
              </a:lnSpc>
              <a:spcBef>
                <a:spcPts val="1200"/>
              </a:spcBef>
              <a:spcAft>
                <a:spcPts val="0"/>
              </a:spcAft>
              <a:buSzPts val="1502"/>
              <a:buFont typeface="Times New Roman"/>
              <a:buChar char="●"/>
            </a:pPr>
            <a:r>
              <a:rPr lang="en-GB" sz="1502">
                <a:latin typeface="Times New Roman"/>
                <a:ea typeface="Times New Roman"/>
                <a:cs typeface="Times New Roman"/>
                <a:sym typeface="Times New Roman"/>
              </a:rPr>
              <a:t>Knowledge Reuse</a:t>
            </a:r>
            <a:endParaRPr sz="1502">
              <a:latin typeface="Times New Roman"/>
              <a:ea typeface="Times New Roman"/>
              <a:cs typeface="Times New Roman"/>
              <a:sym typeface="Times New Roman"/>
            </a:endParaRPr>
          </a:p>
          <a:p>
            <a:pPr indent="0" lvl="0" marL="914400" rtl="0" algn="l">
              <a:lnSpc>
                <a:spcPct val="95000"/>
              </a:lnSpc>
              <a:spcBef>
                <a:spcPts val="1200"/>
              </a:spcBef>
              <a:spcAft>
                <a:spcPts val="0"/>
              </a:spcAft>
              <a:buNone/>
            </a:pPr>
            <a:r>
              <a:t/>
            </a:r>
            <a:endParaRPr sz="1502">
              <a:latin typeface="Times New Roman"/>
              <a:ea typeface="Times New Roman"/>
              <a:cs typeface="Times New Roman"/>
              <a:sym typeface="Times New Roman"/>
            </a:endParaRPr>
          </a:p>
          <a:p>
            <a:pPr indent="-323977" lvl="0" marL="457200" rtl="0" algn="l">
              <a:lnSpc>
                <a:spcPct val="95000"/>
              </a:lnSpc>
              <a:spcBef>
                <a:spcPts val="1200"/>
              </a:spcBef>
              <a:spcAft>
                <a:spcPts val="0"/>
              </a:spcAft>
              <a:buSzPts val="1502"/>
              <a:buFont typeface="Times New Roman"/>
              <a:buChar char="●"/>
            </a:pPr>
            <a:r>
              <a:rPr lang="en-GB" sz="1502">
                <a:latin typeface="Times New Roman"/>
                <a:ea typeface="Times New Roman"/>
                <a:cs typeface="Times New Roman"/>
                <a:sym typeface="Times New Roman"/>
              </a:rPr>
              <a:t>Simulation &amp; Prediction</a:t>
            </a:r>
            <a:endParaRPr sz="1502">
              <a:latin typeface="Times New Roman"/>
              <a:ea typeface="Times New Roman"/>
              <a:cs typeface="Times New Roman"/>
              <a:sym typeface="Times New Roman"/>
            </a:endParaRPr>
          </a:p>
        </p:txBody>
      </p:sp>
      <p:sp>
        <p:nvSpPr>
          <p:cNvPr id="312" name="Google Shape;312;p32"/>
          <p:cNvSpPr txBox="1"/>
          <p:nvPr>
            <p:ph idx="12" type="sldNum"/>
          </p:nvPr>
        </p:nvSpPr>
        <p:spPr>
          <a:xfrm>
            <a:off x="8472458" y="5181352"/>
            <a:ext cx="548700" cy="4374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GB"/>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33"/>
          <p:cNvSpPr txBox="1"/>
          <p:nvPr>
            <p:ph type="title"/>
          </p:nvPr>
        </p:nvSpPr>
        <p:spPr>
          <a:xfrm>
            <a:off x="1861675" y="451889"/>
            <a:ext cx="4708500" cy="375600"/>
          </a:xfrm>
          <a:prstGeom prst="rect">
            <a:avLst/>
          </a:prstGeom>
          <a:noFill/>
          <a:ln>
            <a:noFill/>
          </a:ln>
        </p:spPr>
        <p:txBody>
          <a:bodyPr anchorCtr="0" anchor="t" bIns="0" lIns="0" spcFirstLastPara="1" rIns="0" wrap="square" tIns="6025">
            <a:spAutoFit/>
          </a:bodyPr>
          <a:lstStyle/>
          <a:p>
            <a:pPr indent="0" lvl="0" marL="0" rtl="0" algn="ctr">
              <a:lnSpc>
                <a:spcPct val="100000"/>
              </a:lnSpc>
              <a:spcBef>
                <a:spcPts val="0"/>
              </a:spcBef>
              <a:spcAft>
                <a:spcPts val="0"/>
              </a:spcAft>
              <a:buSzPts val="700"/>
              <a:buNone/>
            </a:pPr>
            <a:r>
              <a:rPr b="1" lang="en-GB" sz="2400">
                <a:solidFill>
                  <a:srgbClr val="999999"/>
                </a:solidFill>
                <a:latin typeface="Arial"/>
                <a:ea typeface="Arial"/>
                <a:cs typeface="Arial"/>
                <a:sym typeface="Arial"/>
              </a:rPr>
              <a:t>Case Studies in AI Design</a:t>
            </a:r>
            <a:endParaRPr sz="2400">
              <a:solidFill>
                <a:srgbClr val="999999"/>
              </a:solidFill>
              <a:latin typeface="Arial"/>
              <a:ea typeface="Arial"/>
              <a:cs typeface="Arial"/>
              <a:sym typeface="Arial"/>
            </a:endParaRPr>
          </a:p>
        </p:txBody>
      </p:sp>
      <p:sp>
        <p:nvSpPr>
          <p:cNvPr id="318" name="Google Shape;318;p33"/>
          <p:cNvSpPr txBox="1"/>
          <p:nvPr>
            <p:ph idx="1" type="body"/>
          </p:nvPr>
        </p:nvSpPr>
        <p:spPr>
          <a:xfrm>
            <a:off x="408025" y="1430556"/>
            <a:ext cx="8166000" cy="3325200"/>
          </a:xfrm>
          <a:prstGeom prst="rect">
            <a:avLst/>
          </a:prstGeom>
          <a:noFill/>
          <a:ln>
            <a:noFill/>
          </a:ln>
        </p:spPr>
        <p:txBody>
          <a:bodyPr anchorCtr="0" anchor="t" bIns="0" lIns="0" spcFirstLastPara="1" rIns="0" wrap="square" tIns="6975">
            <a:spAutoFit/>
          </a:bodyPr>
          <a:lstStyle/>
          <a:p>
            <a:pPr indent="0" lvl="0" marL="0" marR="0" rtl="0" algn="ctr">
              <a:lnSpc>
                <a:spcPct val="99800"/>
              </a:lnSpc>
              <a:spcBef>
                <a:spcPts val="0"/>
              </a:spcBef>
              <a:spcAft>
                <a:spcPts val="1200"/>
              </a:spcAft>
              <a:buSzPts val="700"/>
              <a:buNone/>
            </a:pPr>
            <a:r>
              <a:rPr lang="en-GB" sz="1800">
                <a:solidFill>
                  <a:srgbClr val="E7E7E7"/>
                </a:solidFill>
                <a:latin typeface="Times New Roman"/>
                <a:ea typeface="Times New Roman"/>
                <a:cs typeface="Times New Roman"/>
                <a:sym typeface="Times New Roman"/>
              </a:rPr>
              <a:t>In the healthcare industry, a robust Supply Chain Management System (SCMS) is vital to ensure the timely availability of critical medical supplies, pharmaceuticals, and equipment. The proposed system should include real-time tracking to monitor the location and condition of sensitive items such as vaccines, which require specific temperature ranges during transit. Shipment updates should provide timely notifications on the status of orders, delays, and estimated delivery times to ensure seamless coordination between suppliers, hospitals, and clinics. Furthermore, the integration of predictive analytics can enable healthcare providers to forecast demand for essential supplies based on historical data, seasonal trends, and potential emergency scenarios, thereby preventing </a:t>
            </a:r>
            <a:r>
              <a:rPr lang="en-GB" sz="1800">
                <a:solidFill>
                  <a:srgbClr val="E7E7E7"/>
                </a:solidFill>
                <a:latin typeface="Times New Roman"/>
                <a:ea typeface="Times New Roman"/>
                <a:cs typeface="Times New Roman"/>
                <a:sym typeface="Times New Roman"/>
              </a:rPr>
              <a:t>stockouts </a:t>
            </a:r>
            <a:r>
              <a:rPr lang="en-GB" sz="1800">
                <a:solidFill>
                  <a:srgbClr val="E7E7E7"/>
                </a:solidFill>
                <a:latin typeface="Times New Roman"/>
                <a:ea typeface="Times New Roman"/>
                <a:cs typeface="Times New Roman"/>
                <a:sym typeface="Times New Roman"/>
              </a:rPr>
              <a:t>or wastage. This system will enhance supply chain transparency, ensure compliance with regulations, and improve patient care by ensuring that medical facilities are always adequately equipped.</a:t>
            </a:r>
            <a:endParaRPr sz="1800">
              <a:solidFill>
                <a:srgbClr val="E7E7E7"/>
              </a:solidFill>
              <a:latin typeface="Times New Roman"/>
              <a:ea typeface="Times New Roman"/>
              <a:cs typeface="Times New Roman"/>
              <a:sym typeface="Times New Roman"/>
            </a:endParaRPr>
          </a:p>
        </p:txBody>
      </p:sp>
      <p:sp>
        <p:nvSpPr>
          <p:cNvPr id="319" name="Google Shape;319;p33"/>
          <p:cNvSpPr txBox="1"/>
          <p:nvPr>
            <p:ph idx="12" type="sldNum"/>
          </p:nvPr>
        </p:nvSpPr>
        <p:spPr>
          <a:xfrm>
            <a:off x="6583680" y="5314950"/>
            <a:ext cx="2103000" cy="107700"/>
          </a:xfrm>
          <a:prstGeom prst="rect">
            <a:avLst/>
          </a:prstGeom>
          <a:noFill/>
          <a:ln>
            <a:noFill/>
          </a:ln>
        </p:spPr>
        <p:txBody>
          <a:bodyPr anchorCtr="0" anchor="t" bIns="0" lIns="0" spcFirstLastPara="1" rIns="0" wrap="square" tIns="0">
            <a:spAutoFit/>
          </a:bodyPr>
          <a:lstStyle/>
          <a:p>
            <a:pPr indent="0" lvl="0" marL="0" rtl="0" algn="r">
              <a:lnSpc>
                <a:spcPct val="100000"/>
              </a:lnSpc>
              <a:spcBef>
                <a:spcPts val="0"/>
              </a:spcBef>
              <a:spcAft>
                <a:spcPts val="0"/>
              </a:spcAft>
              <a:buClr>
                <a:srgbClr val="000000"/>
              </a:buClr>
              <a:buSzPts val="700"/>
              <a:buFont typeface="Arial"/>
              <a:buNone/>
            </a:pPr>
            <a:fld id="{00000000-1234-1234-1234-123412341234}" type="slidenum">
              <a:rPr lang="en-GB"/>
              <a:t>‹#›</a:t>
            </a:fld>
            <a:endParaRPr>
              <a:solidFill>
                <a:schemeClr val="lt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23" name="Shape 323"/>
        <p:cNvGrpSpPr/>
        <p:nvPr/>
      </p:nvGrpSpPr>
      <p:grpSpPr>
        <a:xfrm>
          <a:off x="0" y="0"/>
          <a:ext cx="0" cy="0"/>
          <a:chOff x="0" y="0"/>
          <a:chExt cx="0" cy="0"/>
        </a:xfrm>
      </p:grpSpPr>
      <p:sp>
        <p:nvSpPr>
          <p:cNvPr id="324" name="Google Shape;324;p34"/>
          <p:cNvSpPr/>
          <p:nvPr/>
        </p:nvSpPr>
        <p:spPr>
          <a:xfrm>
            <a:off x="6619687" y="1632100"/>
            <a:ext cx="2519997" cy="4076852"/>
          </a:xfrm>
          <a:custGeom>
            <a:rect b="b" l="l" r="r" t="t"/>
            <a:pathLst>
              <a:path extrusionOk="0" h="7345680" w="5039994">
                <a:moveTo>
                  <a:pt x="5039481" y="0"/>
                </a:moveTo>
                <a:lnTo>
                  <a:pt x="0" y="7345591"/>
                </a:lnTo>
                <a:lnTo>
                  <a:pt x="5039481" y="7345591"/>
                </a:lnTo>
                <a:lnTo>
                  <a:pt x="5039481" y="0"/>
                </a:lnTo>
                <a:close/>
              </a:path>
            </a:pathLst>
          </a:custGeom>
          <a:solidFill>
            <a:srgbClr val="DCCAB6"/>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325" name="Google Shape;325;p34"/>
          <p:cNvSpPr txBox="1"/>
          <p:nvPr>
            <p:ph type="title"/>
          </p:nvPr>
        </p:nvSpPr>
        <p:spPr>
          <a:xfrm>
            <a:off x="1297500" y="437500"/>
            <a:ext cx="7038900" cy="451500"/>
          </a:xfrm>
          <a:prstGeom prst="rect">
            <a:avLst/>
          </a:prstGeom>
          <a:noFill/>
          <a:ln>
            <a:noFill/>
          </a:ln>
        </p:spPr>
        <p:txBody>
          <a:bodyPr anchorCtr="0" anchor="t" bIns="0" lIns="0" spcFirstLastPara="1" rIns="0" wrap="square" tIns="6350">
            <a:spAutoFit/>
          </a:bodyPr>
          <a:lstStyle/>
          <a:p>
            <a:pPr indent="0" lvl="0" marL="0" marR="0" rtl="0" algn="ctr">
              <a:lnSpc>
                <a:spcPct val="99700"/>
              </a:lnSpc>
              <a:spcBef>
                <a:spcPts val="0"/>
              </a:spcBef>
              <a:spcAft>
                <a:spcPts val="0"/>
              </a:spcAft>
              <a:buSzPts val="2400"/>
              <a:buNone/>
            </a:pPr>
            <a:r>
              <a:rPr b="1" lang="en-GB" sz="2900">
                <a:solidFill>
                  <a:srgbClr val="F3F3F3"/>
                </a:solidFill>
                <a:latin typeface="Times New Roman"/>
                <a:ea typeface="Times New Roman"/>
                <a:cs typeface="Times New Roman"/>
                <a:sym typeface="Times New Roman"/>
              </a:rPr>
              <a:t>Future of AI in Design</a:t>
            </a:r>
            <a:endParaRPr b="1" sz="2900">
              <a:solidFill>
                <a:srgbClr val="F3F3F3"/>
              </a:solidFill>
              <a:latin typeface="Times New Roman"/>
              <a:ea typeface="Times New Roman"/>
              <a:cs typeface="Times New Roman"/>
              <a:sym typeface="Times New Roman"/>
            </a:endParaRPr>
          </a:p>
        </p:txBody>
      </p:sp>
      <p:pic>
        <p:nvPicPr>
          <p:cNvPr id="326" name="Google Shape;326;p34"/>
          <p:cNvPicPr preferRelativeResize="0"/>
          <p:nvPr/>
        </p:nvPicPr>
        <p:blipFill rotWithShape="1">
          <a:blip r:embed="rId3">
            <a:alphaModFix/>
          </a:blip>
          <a:srcRect b="0" l="0" r="0" t="0"/>
          <a:stretch/>
        </p:blipFill>
        <p:spPr>
          <a:xfrm>
            <a:off x="4699850" y="1817194"/>
            <a:ext cx="3854475" cy="2815223"/>
          </a:xfrm>
          <a:prstGeom prst="rect">
            <a:avLst/>
          </a:prstGeom>
          <a:noFill/>
          <a:ln>
            <a:noFill/>
          </a:ln>
        </p:spPr>
      </p:pic>
      <p:sp>
        <p:nvSpPr>
          <p:cNvPr id="327" name="Google Shape;327;p34"/>
          <p:cNvSpPr txBox="1"/>
          <p:nvPr>
            <p:ph idx="1" type="body"/>
          </p:nvPr>
        </p:nvSpPr>
        <p:spPr>
          <a:xfrm>
            <a:off x="828625" y="1741722"/>
            <a:ext cx="3743400" cy="3234600"/>
          </a:xfrm>
          <a:prstGeom prst="rect">
            <a:avLst/>
          </a:prstGeom>
          <a:noFill/>
          <a:ln>
            <a:noFill/>
          </a:ln>
        </p:spPr>
        <p:txBody>
          <a:bodyPr anchorCtr="0" anchor="t" bIns="91425" lIns="91425" spcFirstLastPara="1" rIns="91425" wrap="square" tIns="91425">
            <a:normAutofit/>
          </a:bodyPr>
          <a:lstStyle/>
          <a:p>
            <a:pPr indent="0" lvl="0" marL="0" rtl="0" algn="ctr">
              <a:lnSpc>
                <a:spcPct val="99700"/>
              </a:lnSpc>
              <a:spcBef>
                <a:spcPts val="0"/>
              </a:spcBef>
              <a:spcAft>
                <a:spcPts val="0"/>
              </a:spcAft>
              <a:buClr>
                <a:srgbClr val="000000"/>
              </a:buClr>
              <a:buSzPts val="1300"/>
              <a:buFont typeface="Arial"/>
              <a:buNone/>
            </a:pPr>
            <a:r>
              <a:rPr lang="en-GB" sz="2000">
                <a:solidFill>
                  <a:srgbClr val="EFEFEF"/>
                </a:solidFill>
                <a:latin typeface="Times New Roman"/>
                <a:ea typeface="Times New Roman"/>
                <a:cs typeface="Times New Roman"/>
                <a:sym typeface="Times New Roman"/>
              </a:rPr>
              <a:t>The future of design is poised for a revolution with AI advancements. As technology evolves, expect more intelligent tools that enhance collaboration, creativity, and efficiency, reshaping how designers approach their work.</a:t>
            </a:r>
            <a:endParaRPr sz="2000">
              <a:solidFill>
                <a:srgbClr val="EFEFEF"/>
              </a:solidFill>
              <a:latin typeface="Times New Roman"/>
              <a:ea typeface="Times New Roman"/>
              <a:cs typeface="Times New Roman"/>
              <a:sym typeface="Times New Roman"/>
            </a:endParaRPr>
          </a:p>
          <a:p>
            <a:pPr indent="0" lvl="0" marL="0" rtl="0" algn="l">
              <a:lnSpc>
                <a:spcPct val="115000"/>
              </a:lnSpc>
              <a:spcBef>
                <a:spcPts val="0"/>
              </a:spcBef>
              <a:spcAft>
                <a:spcPts val="1200"/>
              </a:spcAft>
              <a:buSzPts val="1300"/>
              <a:buNone/>
            </a:pPr>
            <a:r>
              <a:t/>
            </a:r>
            <a:endParaRPr/>
          </a:p>
        </p:txBody>
      </p:sp>
      <p:sp>
        <p:nvSpPr>
          <p:cNvPr id="328" name="Google Shape;328;p34"/>
          <p:cNvSpPr txBox="1"/>
          <p:nvPr>
            <p:ph idx="12" type="sldNum"/>
          </p:nvPr>
        </p:nvSpPr>
        <p:spPr>
          <a:xfrm>
            <a:off x="8472458" y="5181352"/>
            <a:ext cx="548700" cy="4374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GB"/>
              <a:t>‹#›</a:t>
            </a:fld>
            <a:endParaRPr/>
          </a:p>
        </p:txBody>
      </p:sp>
      <p:pic>
        <p:nvPicPr>
          <p:cNvPr id="329" name="Google Shape;329;p34"/>
          <p:cNvPicPr preferRelativeResize="0"/>
          <p:nvPr/>
        </p:nvPicPr>
        <p:blipFill rotWithShape="1">
          <a:blip r:embed="rId4">
            <a:alphaModFix/>
          </a:blip>
          <a:srcRect b="0" l="0" r="0" t="0"/>
          <a:stretch/>
        </p:blipFill>
        <p:spPr>
          <a:xfrm>
            <a:off x="7588816" y="53641"/>
            <a:ext cx="1432325" cy="1074850"/>
          </a:xfrm>
          <a:prstGeom prst="rect">
            <a:avLst/>
          </a:prstGeom>
          <a:noFill/>
          <a:ln>
            <a:noFill/>
          </a:ln>
        </p:spPr>
      </p:pic>
      <p:sp>
        <p:nvSpPr>
          <p:cNvPr id="330" name="Google Shape;330;p34"/>
          <p:cNvSpPr txBox="1"/>
          <p:nvPr/>
        </p:nvSpPr>
        <p:spPr>
          <a:xfrm>
            <a:off x="3072000" y="5314950"/>
            <a:ext cx="3000000" cy="3849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300"/>
              <a:buFont typeface="Arial"/>
              <a:buNone/>
            </a:pPr>
            <a:r>
              <a:rPr b="1" i="0" lang="en-GB" sz="1300" u="none" cap="none" strike="noStrike">
                <a:solidFill>
                  <a:srgbClr val="5B0F00"/>
                </a:solidFill>
                <a:latin typeface="Lato"/>
                <a:ea typeface="Lato"/>
                <a:cs typeface="Lato"/>
                <a:sym typeface="Lato"/>
              </a:rPr>
              <a:t>CDAC Hyderabad</a:t>
            </a:r>
            <a:endParaRPr b="1" i="0" sz="1300" u="none" cap="none" strike="noStrike">
              <a:solidFill>
                <a:srgbClr val="5B0F00"/>
              </a:solidFill>
              <a:latin typeface="Lato"/>
              <a:ea typeface="Lato"/>
              <a:cs typeface="Lato"/>
              <a:sym typeface="Lat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34" name="Shape 334"/>
        <p:cNvGrpSpPr/>
        <p:nvPr/>
      </p:nvGrpSpPr>
      <p:grpSpPr>
        <a:xfrm>
          <a:off x="0" y="0"/>
          <a:ext cx="0" cy="0"/>
          <a:chOff x="0" y="0"/>
          <a:chExt cx="0" cy="0"/>
        </a:xfrm>
      </p:grpSpPr>
      <p:pic>
        <p:nvPicPr>
          <p:cNvPr id="335" name="Google Shape;335;p35"/>
          <p:cNvPicPr preferRelativeResize="0"/>
          <p:nvPr/>
        </p:nvPicPr>
        <p:blipFill rotWithShape="1">
          <a:blip r:embed="rId3">
            <a:alphaModFix/>
          </a:blip>
          <a:srcRect b="-71556" l="0" r="0" t="0"/>
          <a:stretch/>
        </p:blipFill>
        <p:spPr>
          <a:xfrm>
            <a:off x="689200" y="851944"/>
            <a:ext cx="4347723" cy="609333"/>
          </a:xfrm>
          <a:prstGeom prst="rect">
            <a:avLst/>
          </a:prstGeom>
          <a:noFill/>
          <a:ln>
            <a:noFill/>
          </a:ln>
        </p:spPr>
      </p:pic>
      <p:sp>
        <p:nvSpPr>
          <p:cNvPr id="336" name="Google Shape;336;p35"/>
          <p:cNvSpPr/>
          <p:nvPr/>
        </p:nvSpPr>
        <p:spPr>
          <a:xfrm>
            <a:off x="8823864" y="3471880"/>
            <a:ext cx="314007" cy="709431"/>
          </a:xfrm>
          <a:custGeom>
            <a:rect b="b" l="l" r="r" t="t"/>
            <a:pathLst>
              <a:path extrusionOk="0" h="1278254" w="628015">
                <a:moveTo>
                  <a:pt x="628007" y="1277912"/>
                </a:moveTo>
                <a:lnTo>
                  <a:pt x="0" y="1277912"/>
                </a:lnTo>
                <a:lnTo>
                  <a:pt x="0" y="0"/>
                </a:lnTo>
                <a:lnTo>
                  <a:pt x="628007" y="0"/>
                </a:lnTo>
              </a:path>
            </a:pathLst>
          </a:custGeom>
          <a:noFill/>
          <a:ln cap="flat" cmpd="sng" w="152625">
            <a:solidFill>
              <a:srgbClr val="DCCAB6"/>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337" name="Google Shape;337;p35"/>
          <p:cNvSpPr/>
          <p:nvPr/>
        </p:nvSpPr>
        <p:spPr>
          <a:xfrm>
            <a:off x="3233739" y="5689602"/>
            <a:ext cx="274320" cy="18678"/>
          </a:xfrm>
          <a:custGeom>
            <a:rect b="b" l="l" r="r" t="t"/>
            <a:pathLst>
              <a:path extrusionOk="0" h="33654" w="548640">
                <a:moveTo>
                  <a:pt x="0" y="33069"/>
                </a:moveTo>
                <a:lnTo>
                  <a:pt x="0" y="0"/>
                </a:lnTo>
                <a:lnTo>
                  <a:pt x="548639" y="0"/>
                </a:lnTo>
                <a:lnTo>
                  <a:pt x="548639" y="33069"/>
                </a:lnTo>
                <a:lnTo>
                  <a:pt x="0" y="33069"/>
                </a:lnTo>
                <a:close/>
              </a:path>
            </a:pathLst>
          </a:custGeom>
          <a:solidFill>
            <a:srgbClr val="DCCAB6"/>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338" name="Google Shape;338;p35"/>
          <p:cNvSpPr/>
          <p:nvPr/>
        </p:nvSpPr>
        <p:spPr>
          <a:xfrm>
            <a:off x="3730910" y="5689602"/>
            <a:ext cx="274320" cy="18678"/>
          </a:xfrm>
          <a:custGeom>
            <a:rect b="b" l="l" r="r" t="t"/>
            <a:pathLst>
              <a:path extrusionOk="0" h="33654" w="548640">
                <a:moveTo>
                  <a:pt x="548639" y="0"/>
                </a:moveTo>
                <a:lnTo>
                  <a:pt x="0" y="0"/>
                </a:lnTo>
                <a:lnTo>
                  <a:pt x="0" y="33069"/>
                </a:lnTo>
                <a:lnTo>
                  <a:pt x="548639" y="33069"/>
                </a:lnTo>
                <a:lnTo>
                  <a:pt x="548639" y="0"/>
                </a:lnTo>
                <a:close/>
              </a:path>
            </a:pathLst>
          </a:custGeom>
          <a:solidFill>
            <a:srgbClr val="DCCAB6"/>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339" name="Google Shape;339;p35"/>
          <p:cNvSpPr/>
          <p:nvPr/>
        </p:nvSpPr>
        <p:spPr>
          <a:xfrm>
            <a:off x="4228081" y="5689602"/>
            <a:ext cx="274320" cy="18678"/>
          </a:xfrm>
          <a:custGeom>
            <a:rect b="b" l="l" r="r" t="t"/>
            <a:pathLst>
              <a:path extrusionOk="0" h="33654" w="548640">
                <a:moveTo>
                  <a:pt x="548639" y="0"/>
                </a:moveTo>
                <a:lnTo>
                  <a:pt x="0" y="0"/>
                </a:lnTo>
                <a:lnTo>
                  <a:pt x="0" y="33069"/>
                </a:lnTo>
                <a:lnTo>
                  <a:pt x="548639" y="33069"/>
                </a:lnTo>
                <a:lnTo>
                  <a:pt x="548639" y="0"/>
                </a:lnTo>
                <a:close/>
              </a:path>
            </a:pathLst>
          </a:custGeom>
          <a:solidFill>
            <a:srgbClr val="DCCAB6"/>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340" name="Google Shape;340;p35"/>
          <p:cNvSpPr/>
          <p:nvPr/>
        </p:nvSpPr>
        <p:spPr>
          <a:xfrm>
            <a:off x="1965376" y="384596"/>
            <a:ext cx="274319" cy="304495"/>
          </a:xfrm>
          <a:custGeom>
            <a:rect b="b" l="l" r="r" t="t"/>
            <a:pathLst>
              <a:path extrusionOk="0" h="548640" w="548639">
                <a:moveTo>
                  <a:pt x="548627" y="0"/>
                </a:moveTo>
                <a:lnTo>
                  <a:pt x="0" y="0"/>
                </a:lnTo>
                <a:lnTo>
                  <a:pt x="0" y="548576"/>
                </a:lnTo>
                <a:lnTo>
                  <a:pt x="274307" y="548576"/>
                </a:lnTo>
                <a:lnTo>
                  <a:pt x="548627" y="548576"/>
                </a:lnTo>
                <a:lnTo>
                  <a:pt x="548627" y="0"/>
                </a:lnTo>
                <a:close/>
              </a:path>
            </a:pathLst>
          </a:custGeom>
          <a:solidFill>
            <a:srgbClr val="DCCAB6"/>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341" name="Google Shape;341;p35"/>
          <p:cNvSpPr/>
          <p:nvPr/>
        </p:nvSpPr>
        <p:spPr>
          <a:xfrm>
            <a:off x="2462547" y="384596"/>
            <a:ext cx="274319" cy="304495"/>
          </a:xfrm>
          <a:custGeom>
            <a:rect b="b" l="l" r="r" t="t"/>
            <a:pathLst>
              <a:path extrusionOk="0" h="548640" w="548639">
                <a:moveTo>
                  <a:pt x="548627" y="0"/>
                </a:moveTo>
                <a:lnTo>
                  <a:pt x="0" y="0"/>
                </a:lnTo>
                <a:lnTo>
                  <a:pt x="0" y="548576"/>
                </a:lnTo>
                <a:lnTo>
                  <a:pt x="274320" y="548576"/>
                </a:lnTo>
                <a:lnTo>
                  <a:pt x="548627" y="548576"/>
                </a:lnTo>
                <a:lnTo>
                  <a:pt x="548627" y="0"/>
                </a:lnTo>
                <a:close/>
              </a:path>
            </a:pathLst>
          </a:custGeom>
          <a:solidFill>
            <a:srgbClr val="DCCAB6"/>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342" name="Google Shape;342;p35"/>
          <p:cNvSpPr/>
          <p:nvPr/>
        </p:nvSpPr>
        <p:spPr>
          <a:xfrm>
            <a:off x="2959718" y="384596"/>
            <a:ext cx="274319" cy="304495"/>
          </a:xfrm>
          <a:custGeom>
            <a:rect b="b" l="l" r="r" t="t"/>
            <a:pathLst>
              <a:path extrusionOk="0" h="548640" w="548639">
                <a:moveTo>
                  <a:pt x="548640" y="0"/>
                </a:moveTo>
                <a:lnTo>
                  <a:pt x="0" y="0"/>
                </a:lnTo>
                <a:lnTo>
                  <a:pt x="0" y="548576"/>
                </a:lnTo>
                <a:lnTo>
                  <a:pt x="274320" y="548576"/>
                </a:lnTo>
                <a:lnTo>
                  <a:pt x="548640" y="548576"/>
                </a:lnTo>
                <a:lnTo>
                  <a:pt x="548640" y="0"/>
                </a:lnTo>
                <a:close/>
              </a:path>
            </a:pathLst>
          </a:custGeom>
          <a:solidFill>
            <a:srgbClr val="DCCAB6"/>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343" name="Google Shape;343;p35"/>
          <p:cNvSpPr/>
          <p:nvPr/>
        </p:nvSpPr>
        <p:spPr>
          <a:xfrm>
            <a:off x="0" y="1624195"/>
            <a:ext cx="3320415" cy="4085311"/>
          </a:xfrm>
          <a:custGeom>
            <a:rect b="b" l="l" r="r" t="t"/>
            <a:pathLst>
              <a:path extrusionOk="0" h="7360920" w="6640830">
                <a:moveTo>
                  <a:pt x="0" y="0"/>
                </a:moveTo>
                <a:lnTo>
                  <a:pt x="0" y="7360602"/>
                </a:lnTo>
                <a:lnTo>
                  <a:pt x="4736164" y="7360602"/>
                </a:lnTo>
                <a:lnTo>
                  <a:pt x="6640829" y="4561389"/>
                </a:lnTo>
                <a:lnTo>
                  <a:pt x="6640829" y="4555995"/>
                </a:lnTo>
                <a:lnTo>
                  <a:pt x="0" y="0"/>
                </a:lnTo>
                <a:close/>
              </a:path>
            </a:pathLst>
          </a:custGeom>
          <a:solidFill>
            <a:srgbClr val="DCCAB6"/>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344" name="Google Shape;344;p35"/>
          <p:cNvSpPr/>
          <p:nvPr/>
        </p:nvSpPr>
        <p:spPr>
          <a:xfrm>
            <a:off x="4502572" y="4913491"/>
            <a:ext cx="1115060" cy="85639"/>
          </a:xfrm>
          <a:custGeom>
            <a:rect b="b" l="l" r="r" t="t"/>
            <a:pathLst>
              <a:path extrusionOk="0" h="154304" w="2230120">
                <a:moveTo>
                  <a:pt x="101" y="0"/>
                </a:moveTo>
                <a:lnTo>
                  <a:pt x="0" y="152628"/>
                </a:lnTo>
                <a:lnTo>
                  <a:pt x="2229840" y="154076"/>
                </a:lnTo>
                <a:lnTo>
                  <a:pt x="2229942" y="1435"/>
                </a:lnTo>
                <a:lnTo>
                  <a:pt x="101" y="0"/>
                </a:lnTo>
                <a:close/>
              </a:path>
            </a:pathLst>
          </a:custGeom>
          <a:solidFill>
            <a:srgbClr val="DCCAB6"/>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345" name="Google Shape;345;p35"/>
          <p:cNvSpPr txBox="1"/>
          <p:nvPr/>
        </p:nvSpPr>
        <p:spPr>
          <a:xfrm>
            <a:off x="4595777" y="1643126"/>
            <a:ext cx="4152900" cy="2068500"/>
          </a:xfrm>
          <a:prstGeom prst="rect">
            <a:avLst/>
          </a:prstGeom>
          <a:noFill/>
          <a:ln>
            <a:noFill/>
          </a:ln>
        </p:spPr>
        <p:txBody>
          <a:bodyPr anchorCtr="0" anchor="t" bIns="0" lIns="0" spcFirstLastPara="1" rIns="0" wrap="square" tIns="5375">
            <a:spAutoFit/>
          </a:bodyPr>
          <a:lstStyle/>
          <a:p>
            <a:pPr indent="0" lvl="0" marL="0" marR="0" rtl="0" algn="ctr">
              <a:lnSpc>
                <a:spcPct val="100899"/>
              </a:lnSpc>
              <a:spcBef>
                <a:spcPts val="0"/>
              </a:spcBef>
              <a:spcAft>
                <a:spcPts val="0"/>
              </a:spcAft>
              <a:buClr>
                <a:srgbClr val="000000"/>
              </a:buClr>
              <a:buSzPts val="1900"/>
              <a:buFont typeface="Arial"/>
              <a:buNone/>
            </a:pPr>
            <a:r>
              <a:rPr b="0" i="0" lang="en-GB" sz="1900" u="none" cap="none" strike="noStrike">
                <a:solidFill>
                  <a:srgbClr val="000000"/>
                </a:solidFill>
                <a:latin typeface="Times New Roman"/>
                <a:ea typeface="Times New Roman"/>
                <a:cs typeface="Times New Roman"/>
                <a:sym typeface="Times New Roman"/>
              </a:rPr>
              <a:t>In conclusion, leveraging AI for prototype and mockup generation is not just a trend but a necessity for modern design. By embracing these technologies, designers can enhance their workﬂows, foster innovation, and ultimately deliver better products.</a:t>
            </a:r>
            <a:endParaRPr b="0" i="0" sz="1900" u="none" cap="none" strike="noStrike">
              <a:solidFill>
                <a:srgbClr val="000000"/>
              </a:solidFill>
              <a:latin typeface="Times New Roman"/>
              <a:ea typeface="Times New Roman"/>
              <a:cs typeface="Times New Roman"/>
              <a:sym typeface="Times New Roman"/>
            </a:endParaRPr>
          </a:p>
        </p:txBody>
      </p:sp>
      <p:pic>
        <p:nvPicPr>
          <p:cNvPr id="346" name="Google Shape;346;p35"/>
          <p:cNvPicPr preferRelativeResize="0"/>
          <p:nvPr/>
        </p:nvPicPr>
        <p:blipFill rotWithShape="1">
          <a:blip r:embed="rId4">
            <a:alphaModFix/>
          </a:blip>
          <a:srcRect b="0" l="0" r="0" t="0"/>
          <a:stretch/>
        </p:blipFill>
        <p:spPr>
          <a:xfrm>
            <a:off x="336800" y="1720861"/>
            <a:ext cx="4258974" cy="2826972"/>
          </a:xfrm>
          <a:prstGeom prst="rect">
            <a:avLst/>
          </a:prstGeom>
          <a:noFill/>
          <a:ln>
            <a:noFill/>
          </a:ln>
        </p:spPr>
      </p:pic>
      <p:sp>
        <p:nvSpPr>
          <p:cNvPr id="347" name="Google Shape;347;p35"/>
          <p:cNvSpPr txBox="1"/>
          <p:nvPr>
            <p:ph idx="12" type="sldNum"/>
          </p:nvPr>
        </p:nvSpPr>
        <p:spPr>
          <a:xfrm>
            <a:off x="6583680" y="5314950"/>
            <a:ext cx="2103000" cy="153900"/>
          </a:xfrm>
          <a:prstGeom prst="rect">
            <a:avLst/>
          </a:prstGeom>
          <a:noFill/>
          <a:ln>
            <a:noFill/>
          </a:ln>
        </p:spPr>
        <p:txBody>
          <a:bodyPr anchorCtr="0" anchor="t" bIns="0" lIns="0" spcFirstLastPara="1" rIns="0" wrap="square" tIns="0">
            <a:sp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GB"/>
              <a:t>‹#›</a:t>
            </a:fld>
            <a:endParaRPr>
              <a:solidFill>
                <a:schemeClr val="lt1"/>
              </a:solidFill>
            </a:endParaRPr>
          </a:p>
        </p:txBody>
      </p:sp>
      <p:pic>
        <p:nvPicPr>
          <p:cNvPr id="348" name="Google Shape;348;p35"/>
          <p:cNvPicPr preferRelativeResize="0"/>
          <p:nvPr/>
        </p:nvPicPr>
        <p:blipFill rotWithShape="1">
          <a:blip r:embed="rId5">
            <a:alphaModFix/>
          </a:blip>
          <a:srcRect b="0" l="0" r="0" t="0"/>
          <a:stretch/>
        </p:blipFill>
        <p:spPr>
          <a:xfrm>
            <a:off x="7632541" y="77791"/>
            <a:ext cx="1432325" cy="1074850"/>
          </a:xfrm>
          <a:prstGeom prst="rect">
            <a:avLst/>
          </a:prstGeom>
          <a:noFill/>
          <a:ln>
            <a:noFill/>
          </a:ln>
        </p:spPr>
      </p:pic>
      <p:sp>
        <p:nvSpPr>
          <p:cNvPr id="349" name="Google Shape;349;p35"/>
          <p:cNvSpPr txBox="1"/>
          <p:nvPr/>
        </p:nvSpPr>
        <p:spPr>
          <a:xfrm>
            <a:off x="3072000" y="5314950"/>
            <a:ext cx="3000000" cy="3849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300"/>
              <a:buFont typeface="Arial"/>
              <a:buNone/>
            </a:pPr>
            <a:r>
              <a:rPr b="1" i="0" lang="en-GB" sz="1300" u="none" cap="none" strike="noStrike">
                <a:solidFill>
                  <a:srgbClr val="5B0F00"/>
                </a:solidFill>
                <a:latin typeface="Lato"/>
                <a:ea typeface="Lato"/>
                <a:cs typeface="Lato"/>
                <a:sym typeface="Lato"/>
              </a:rPr>
              <a:t>CDAC Hyderabad</a:t>
            </a:r>
            <a:endParaRPr b="1" i="0" sz="1300" u="none" cap="none" strike="noStrike">
              <a:solidFill>
                <a:srgbClr val="5B0F00"/>
              </a:solidFill>
              <a:latin typeface="Lato"/>
              <a:ea typeface="Lato"/>
              <a:cs typeface="Lato"/>
              <a:sym typeface="Lato"/>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36"/>
          <p:cNvSpPr txBox="1"/>
          <p:nvPr>
            <p:ph idx="1" type="body"/>
          </p:nvPr>
        </p:nvSpPr>
        <p:spPr>
          <a:xfrm>
            <a:off x="1297500" y="2191722"/>
            <a:ext cx="6327600" cy="2684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300"/>
              <a:buNone/>
            </a:pPr>
            <a:r>
              <a:rPr b="1" lang="en-GB" sz="6700" u="sng">
                <a:solidFill>
                  <a:srgbClr val="EFEFEF"/>
                </a:solidFill>
              </a:rPr>
              <a:t>Thanks</a:t>
            </a:r>
            <a:r>
              <a:rPr b="1" lang="en-GB" sz="6700" u="sng">
                <a:solidFill>
                  <a:srgbClr val="EFEFEF"/>
                </a:solidFill>
              </a:rPr>
              <a:t>!!!</a:t>
            </a:r>
            <a:endParaRPr b="1" sz="6700" u="sng">
              <a:solidFill>
                <a:srgbClr val="EFEFEF"/>
              </a:solidFill>
              <a:latin typeface="Times New Roman"/>
              <a:ea typeface="Times New Roman"/>
              <a:cs typeface="Times New Roman"/>
              <a:sym typeface="Times New Roman"/>
            </a:endParaRPr>
          </a:p>
        </p:txBody>
      </p:sp>
      <p:sp>
        <p:nvSpPr>
          <p:cNvPr id="355" name="Google Shape;355;p36"/>
          <p:cNvSpPr/>
          <p:nvPr/>
        </p:nvSpPr>
        <p:spPr>
          <a:xfrm>
            <a:off x="7040600" y="4359528"/>
            <a:ext cx="2106350" cy="1358264"/>
          </a:xfrm>
          <a:custGeom>
            <a:rect b="b" l="l" r="r" t="t"/>
            <a:pathLst>
              <a:path extrusionOk="0" h="48898" w="84254">
                <a:moveTo>
                  <a:pt x="0" y="0"/>
                </a:moveTo>
                <a:lnTo>
                  <a:pt x="50319" y="0"/>
                </a:lnTo>
                <a:lnTo>
                  <a:pt x="84254" y="33935"/>
                </a:lnTo>
                <a:lnTo>
                  <a:pt x="84254" y="48898"/>
                </a:lnTo>
                <a:lnTo>
                  <a:pt x="48798" y="48898"/>
                </a:lnTo>
                <a:close/>
              </a:path>
            </a:pathLst>
          </a:custGeom>
          <a:solidFill>
            <a:schemeClr val="accent3"/>
          </a:solidFill>
          <a:ln>
            <a:noFill/>
          </a:ln>
        </p:spPr>
      </p:sp>
      <p:sp>
        <p:nvSpPr>
          <p:cNvPr id="356" name="Google Shape;356;p36"/>
          <p:cNvSpPr txBox="1"/>
          <p:nvPr>
            <p:ph idx="12" type="sldNum"/>
          </p:nvPr>
        </p:nvSpPr>
        <p:spPr>
          <a:xfrm>
            <a:off x="8472458" y="5181352"/>
            <a:ext cx="548700" cy="4374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GB"/>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